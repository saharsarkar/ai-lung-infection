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8" r:id="rId1"/>
  </p:sldMasterIdLst>
  <p:notesMasterIdLst>
    <p:notesMasterId r:id="rId21"/>
  </p:notesMasterIdLst>
  <p:sldIdLst>
    <p:sldId id="256" r:id="rId2"/>
    <p:sldId id="283" r:id="rId3"/>
    <p:sldId id="257" r:id="rId4"/>
    <p:sldId id="298" r:id="rId5"/>
    <p:sldId id="299" r:id="rId6"/>
    <p:sldId id="300" r:id="rId7"/>
    <p:sldId id="301" r:id="rId8"/>
    <p:sldId id="302" r:id="rId9"/>
    <p:sldId id="303" r:id="rId10"/>
    <p:sldId id="304" r:id="rId11"/>
    <p:sldId id="305" r:id="rId12"/>
    <p:sldId id="306" r:id="rId13"/>
    <p:sldId id="307" r:id="rId14"/>
    <p:sldId id="308" r:id="rId15"/>
    <p:sldId id="316" r:id="rId16"/>
    <p:sldId id="311" r:id="rId17"/>
    <p:sldId id="310" r:id="rId18"/>
    <p:sldId id="314" r:id="rId19"/>
    <p:sldId id="312" r:id="rId20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22"/>
      <p:bold r:id="rId23"/>
    </p:embeddedFont>
    <p:embeddedFont>
      <p:font typeface="Catamaran" panose="020B0604020202020204" charset="0"/>
      <p:regular r:id="rId24"/>
      <p:bold r:id="rId25"/>
    </p:embeddedFont>
    <p:embeddedFont>
      <p:font typeface="Catamaran Thin" panose="020B0604020202020204" charset="0"/>
      <p:regular r:id="rId26"/>
      <p:bold r:id="rId27"/>
    </p:embeddedFont>
    <p:embeddedFont>
      <p:font typeface="Vazir" panose="020B0603030804020204" pitchFamily="34" charset="-78"/>
      <p:regular r:id="rId28"/>
      <p:bold r:id="rId29"/>
    </p:embeddedFont>
    <p:embeddedFont>
      <p:font typeface="Vazir FD-WOL" panose="020B0603030804020204" pitchFamily="34" charset="-78"/>
      <p:regular r:id="rId30"/>
      <p:bold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ahar" initials="s" lastIdx="2" clrIdx="0">
    <p:extLst>
      <p:ext uri="{19B8F6BF-5375-455C-9EA6-DF929625EA0E}">
        <p15:presenceInfo xmlns:p15="http://schemas.microsoft.com/office/powerpoint/2012/main" userId="4d35abac42252b0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3EC2C83-4F27-46E9-AB52-EA9CB43B9D6F}">
  <a:tblStyle styleId="{93EC2C83-4F27-46E9-AB52-EA9CB43B9D6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477553AC-1573-4A18-AE2D-678138A4FA22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1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b2f7c811ed_0_4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0" name="Google Shape;590;gb2f7c811ed_0_4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788644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33932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590250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108754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366432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454232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3993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198642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452061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359259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1632381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5ed75ccf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35ed75ccf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1504121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5ed75ccf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35ed75ccf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474324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3428260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1577370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d9c6d70173_1_13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gd9c6d70173_1_13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324213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solidFill>
          <a:schemeClr val="accen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-981075" y="-78100"/>
            <a:ext cx="11516344" cy="5221552"/>
            <a:chOff x="-981075" y="-78100"/>
            <a:chExt cx="11516344" cy="5221552"/>
          </a:xfrm>
        </p:grpSpPr>
        <p:sp>
          <p:nvSpPr>
            <p:cNvPr id="11" name="Google Shape;11;p2"/>
            <p:cNvSpPr/>
            <p:nvPr/>
          </p:nvSpPr>
          <p:spPr>
            <a:xfrm rot="10800000">
              <a:off x="4304464" y="-3"/>
              <a:ext cx="2002536" cy="734878"/>
            </a:xfrm>
            <a:custGeom>
              <a:avLst/>
              <a:gdLst/>
              <a:ahLst/>
              <a:cxnLst/>
              <a:rect l="l" t="t" r="r" b="b"/>
              <a:pathLst>
                <a:path w="21600" h="21175" extrusionOk="0">
                  <a:moveTo>
                    <a:pt x="21600" y="21175"/>
                  </a:moveTo>
                  <a:lnTo>
                    <a:pt x="21600" y="20652"/>
                  </a:lnTo>
                  <a:cubicBezTo>
                    <a:pt x="21600" y="17251"/>
                    <a:pt x="20920" y="14109"/>
                    <a:pt x="19815" y="12409"/>
                  </a:cubicBezTo>
                  <a:lnTo>
                    <a:pt x="12585" y="1274"/>
                  </a:lnTo>
                  <a:cubicBezTo>
                    <a:pt x="11480" y="-425"/>
                    <a:pt x="10120" y="-425"/>
                    <a:pt x="9015" y="1274"/>
                  </a:cubicBezTo>
                  <a:lnTo>
                    <a:pt x="1785" y="12409"/>
                  </a:lnTo>
                  <a:cubicBezTo>
                    <a:pt x="680" y="14108"/>
                    <a:pt x="0" y="17251"/>
                    <a:pt x="0" y="20652"/>
                  </a:cubicBezTo>
                  <a:lnTo>
                    <a:pt x="0" y="21175"/>
                  </a:lnTo>
                  <a:close/>
                </a:path>
              </a:pathLst>
            </a:custGeom>
            <a:solidFill>
              <a:srgbClr val="4F008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2" name="Google Shape;12;p2"/>
            <p:cNvSpPr/>
            <p:nvPr/>
          </p:nvSpPr>
          <p:spPr>
            <a:xfrm rot="10800000">
              <a:off x="6419277" y="-3"/>
              <a:ext cx="2002536" cy="734878"/>
            </a:xfrm>
            <a:custGeom>
              <a:avLst/>
              <a:gdLst/>
              <a:ahLst/>
              <a:cxnLst/>
              <a:rect l="l" t="t" r="r" b="b"/>
              <a:pathLst>
                <a:path w="21600" h="21175" extrusionOk="0">
                  <a:moveTo>
                    <a:pt x="21600" y="21175"/>
                  </a:moveTo>
                  <a:lnTo>
                    <a:pt x="21600" y="20652"/>
                  </a:lnTo>
                  <a:cubicBezTo>
                    <a:pt x="21600" y="17251"/>
                    <a:pt x="20920" y="14109"/>
                    <a:pt x="19815" y="12409"/>
                  </a:cubicBezTo>
                  <a:lnTo>
                    <a:pt x="12585" y="1274"/>
                  </a:lnTo>
                  <a:cubicBezTo>
                    <a:pt x="11480" y="-425"/>
                    <a:pt x="10120" y="-425"/>
                    <a:pt x="9015" y="1274"/>
                  </a:cubicBezTo>
                  <a:lnTo>
                    <a:pt x="1785" y="12409"/>
                  </a:lnTo>
                  <a:cubicBezTo>
                    <a:pt x="680" y="14108"/>
                    <a:pt x="0" y="17251"/>
                    <a:pt x="0" y="20652"/>
                  </a:cubicBezTo>
                  <a:lnTo>
                    <a:pt x="0" y="21175"/>
                  </a:ln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 rot="10800000">
              <a:off x="2189989" y="-3"/>
              <a:ext cx="2002536" cy="734878"/>
            </a:xfrm>
            <a:custGeom>
              <a:avLst/>
              <a:gdLst/>
              <a:ahLst/>
              <a:cxnLst/>
              <a:rect l="l" t="t" r="r" b="b"/>
              <a:pathLst>
                <a:path w="21600" h="21175" extrusionOk="0">
                  <a:moveTo>
                    <a:pt x="21600" y="21175"/>
                  </a:moveTo>
                  <a:lnTo>
                    <a:pt x="21600" y="20652"/>
                  </a:lnTo>
                  <a:cubicBezTo>
                    <a:pt x="21600" y="17251"/>
                    <a:pt x="20920" y="14109"/>
                    <a:pt x="19815" y="12409"/>
                  </a:cubicBezTo>
                  <a:lnTo>
                    <a:pt x="12585" y="1274"/>
                  </a:lnTo>
                  <a:cubicBezTo>
                    <a:pt x="11480" y="-425"/>
                    <a:pt x="10120" y="-425"/>
                    <a:pt x="9015" y="1274"/>
                  </a:cubicBezTo>
                  <a:lnTo>
                    <a:pt x="1785" y="12409"/>
                  </a:lnTo>
                  <a:cubicBezTo>
                    <a:pt x="680" y="14108"/>
                    <a:pt x="0" y="17251"/>
                    <a:pt x="0" y="20652"/>
                  </a:cubicBezTo>
                  <a:lnTo>
                    <a:pt x="0" y="21175"/>
                  </a:ln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1133400" y="4039228"/>
              <a:ext cx="2001186" cy="1104224"/>
            </a:xfrm>
            <a:custGeom>
              <a:avLst/>
              <a:gdLst/>
              <a:ahLst/>
              <a:cxnLst/>
              <a:rect l="l" t="t" r="r" b="b"/>
              <a:pathLst>
                <a:path w="21600" h="21315" extrusionOk="0">
                  <a:moveTo>
                    <a:pt x="21600" y="21315"/>
                  </a:moveTo>
                  <a:lnTo>
                    <a:pt x="21600" y="13849"/>
                  </a:lnTo>
                  <a:cubicBezTo>
                    <a:pt x="21600" y="11569"/>
                    <a:pt x="20920" y="9461"/>
                    <a:pt x="19816" y="8321"/>
                  </a:cubicBezTo>
                  <a:lnTo>
                    <a:pt x="12585" y="855"/>
                  </a:lnTo>
                  <a:cubicBezTo>
                    <a:pt x="11480" y="-285"/>
                    <a:pt x="10120" y="-285"/>
                    <a:pt x="9015" y="855"/>
                  </a:cubicBezTo>
                  <a:lnTo>
                    <a:pt x="1785" y="8321"/>
                  </a:lnTo>
                  <a:cubicBezTo>
                    <a:pt x="680" y="9461"/>
                    <a:pt x="0" y="11569"/>
                    <a:pt x="0" y="13849"/>
                  </a:cubicBezTo>
                  <a:lnTo>
                    <a:pt x="0" y="21315"/>
                  </a:lnTo>
                  <a:close/>
                </a:path>
              </a:pathLst>
            </a:custGeom>
            <a:solidFill>
              <a:srgbClr val="4F008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3247913" y="4039228"/>
              <a:ext cx="2001186" cy="1104224"/>
            </a:xfrm>
            <a:custGeom>
              <a:avLst/>
              <a:gdLst/>
              <a:ahLst/>
              <a:cxnLst/>
              <a:rect l="l" t="t" r="r" b="b"/>
              <a:pathLst>
                <a:path w="21600" h="21315" extrusionOk="0">
                  <a:moveTo>
                    <a:pt x="21600" y="21315"/>
                  </a:moveTo>
                  <a:lnTo>
                    <a:pt x="21600" y="13849"/>
                  </a:lnTo>
                  <a:cubicBezTo>
                    <a:pt x="21600" y="11569"/>
                    <a:pt x="20920" y="9461"/>
                    <a:pt x="19816" y="8321"/>
                  </a:cubicBezTo>
                  <a:lnTo>
                    <a:pt x="12585" y="855"/>
                  </a:lnTo>
                  <a:cubicBezTo>
                    <a:pt x="11480" y="-285"/>
                    <a:pt x="10120" y="-285"/>
                    <a:pt x="9015" y="855"/>
                  </a:cubicBezTo>
                  <a:lnTo>
                    <a:pt x="1785" y="8321"/>
                  </a:lnTo>
                  <a:cubicBezTo>
                    <a:pt x="680" y="9461"/>
                    <a:pt x="0" y="11569"/>
                    <a:pt x="0" y="13849"/>
                  </a:cubicBezTo>
                  <a:lnTo>
                    <a:pt x="0" y="21315"/>
                  </a:ln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7476888" y="4039228"/>
              <a:ext cx="2001186" cy="1104224"/>
            </a:xfrm>
            <a:custGeom>
              <a:avLst/>
              <a:gdLst/>
              <a:ahLst/>
              <a:cxnLst/>
              <a:rect l="l" t="t" r="r" b="b"/>
              <a:pathLst>
                <a:path w="21600" h="21315" extrusionOk="0">
                  <a:moveTo>
                    <a:pt x="21600" y="21315"/>
                  </a:moveTo>
                  <a:lnTo>
                    <a:pt x="21600" y="13849"/>
                  </a:lnTo>
                  <a:cubicBezTo>
                    <a:pt x="21600" y="11569"/>
                    <a:pt x="20920" y="9461"/>
                    <a:pt x="19816" y="8321"/>
                  </a:cubicBezTo>
                  <a:lnTo>
                    <a:pt x="12585" y="855"/>
                  </a:lnTo>
                  <a:cubicBezTo>
                    <a:pt x="11480" y="-285"/>
                    <a:pt x="10120" y="-285"/>
                    <a:pt x="9015" y="855"/>
                  </a:cubicBezTo>
                  <a:lnTo>
                    <a:pt x="1785" y="8321"/>
                  </a:lnTo>
                  <a:cubicBezTo>
                    <a:pt x="680" y="9461"/>
                    <a:pt x="0" y="11569"/>
                    <a:pt x="0" y="13849"/>
                  </a:cubicBezTo>
                  <a:lnTo>
                    <a:pt x="0" y="21315"/>
                  </a:ln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76200" y="22008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2190677" y="22008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6419630" y="22008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8534106" y="22008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-981075" y="3720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3247878" y="3720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5362355" y="3720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848601" y="1826900"/>
              <a:ext cx="1371581" cy="1514058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4F008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1448201" y="-78100"/>
              <a:ext cx="1371581" cy="1514058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4F008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-581024" y="3340950"/>
              <a:ext cx="1371581" cy="1514058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4F008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1152450" y="1313601"/>
              <a:ext cx="723479" cy="79862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4F008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496375" y="3161451"/>
              <a:ext cx="723479" cy="79862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4F008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29" name="Google Shape;29;p2"/>
            <p:cNvSpPr/>
            <p:nvPr/>
          </p:nvSpPr>
          <p:spPr>
            <a:xfrm rot="10800000">
              <a:off x="7744475" y="-9"/>
              <a:ext cx="1027674" cy="752485"/>
            </a:xfrm>
            <a:custGeom>
              <a:avLst/>
              <a:gdLst/>
              <a:ahLst/>
              <a:cxnLst/>
              <a:rect l="l" t="t" r="r" b="b"/>
              <a:pathLst>
                <a:path w="21600" h="21385" extrusionOk="0">
                  <a:moveTo>
                    <a:pt x="21600" y="21385"/>
                  </a:moveTo>
                  <a:lnTo>
                    <a:pt x="21600" y="10472"/>
                  </a:lnTo>
                  <a:cubicBezTo>
                    <a:pt x="21600" y="8748"/>
                    <a:pt x="20920" y="7155"/>
                    <a:pt x="19816" y="6292"/>
                  </a:cubicBezTo>
                  <a:lnTo>
                    <a:pt x="12585" y="647"/>
                  </a:lnTo>
                  <a:cubicBezTo>
                    <a:pt x="11480" y="-215"/>
                    <a:pt x="10120" y="-215"/>
                    <a:pt x="9015" y="647"/>
                  </a:cubicBezTo>
                  <a:lnTo>
                    <a:pt x="1785" y="6292"/>
                  </a:lnTo>
                  <a:cubicBezTo>
                    <a:pt x="680" y="7154"/>
                    <a:pt x="0" y="8748"/>
                    <a:pt x="0" y="10472"/>
                  </a:cubicBezTo>
                  <a:lnTo>
                    <a:pt x="0" y="21385"/>
                  </a:lnTo>
                  <a:close/>
                </a:path>
              </a:pathLst>
            </a:custGeom>
            <a:solidFill>
              <a:srgbClr val="4F008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</p:grpSp>
      <p:sp>
        <p:nvSpPr>
          <p:cNvPr id="30" name="Google Shape;30;p2"/>
          <p:cNvSpPr txBox="1">
            <a:spLocks noGrp="1"/>
          </p:cNvSpPr>
          <p:nvPr>
            <p:ph type="ctrTitle"/>
          </p:nvPr>
        </p:nvSpPr>
        <p:spPr>
          <a:xfrm>
            <a:off x="702900" y="3250075"/>
            <a:ext cx="4955100" cy="1159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A701F0-3B95-41EC-AF71-688FC4864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BH"/>
              <a:t>سحر سرکار - تحلیل ویژگی‌های رادیومیکس برای تشخیص عفونت در ریه - شهریور 1400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userDrawn="1">
  <p:cSld name="TITLE_AND_TWO_COLUMNS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oogle Shape;89;p6">
            <a:extLst>
              <a:ext uri="{FF2B5EF4-FFF2-40B4-BE49-F238E27FC236}">
                <a16:creationId xmlns:a16="http://schemas.microsoft.com/office/drawing/2014/main" id="{84F43B89-64E7-464C-8A3A-BB568F891BFD}"/>
              </a:ext>
            </a:extLst>
          </p:cNvPr>
          <p:cNvGrpSpPr/>
          <p:nvPr userDrawn="1"/>
        </p:nvGrpSpPr>
        <p:grpSpPr>
          <a:xfrm flipH="1">
            <a:off x="-786587" y="1"/>
            <a:ext cx="3630819" cy="5143499"/>
            <a:chOff x="6320991" y="-7"/>
            <a:chExt cx="3630819" cy="5143499"/>
          </a:xfrm>
        </p:grpSpPr>
        <p:sp>
          <p:nvSpPr>
            <p:cNvPr id="23" name="Google Shape;90;p6">
              <a:extLst>
                <a:ext uri="{FF2B5EF4-FFF2-40B4-BE49-F238E27FC236}">
                  <a16:creationId xmlns:a16="http://schemas.microsoft.com/office/drawing/2014/main" id="{0012AFCF-8D7E-4B68-9579-469644A3B7A2}"/>
                </a:ext>
              </a:extLst>
            </p:cNvPr>
            <p:cNvSpPr/>
            <p:nvPr/>
          </p:nvSpPr>
          <p:spPr>
            <a:xfrm>
              <a:off x="6320991" y="4115782"/>
              <a:ext cx="1403568" cy="1027710"/>
            </a:xfrm>
            <a:custGeom>
              <a:avLst/>
              <a:gdLst/>
              <a:ahLst/>
              <a:cxnLst/>
              <a:rect l="l" t="t" r="r" b="b"/>
              <a:pathLst>
                <a:path w="21600" h="21385" extrusionOk="0">
                  <a:moveTo>
                    <a:pt x="21600" y="21385"/>
                  </a:moveTo>
                  <a:lnTo>
                    <a:pt x="21600" y="10472"/>
                  </a:lnTo>
                  <a:cubicBezTo>
                    <a:pt x="21600" y="8748"/>
                    <a:pt x="20920" y="7155"/>
                    <a:pt x="19816" y="6292"/>
                  </a:cubicBezTo>
                  <a:lnTo>
                    <a:pt x="12585" y="647"/>
                  </a:lnTo>
                  <a:cubicBezTo>
                    <a:pt x="11480" y="-215"/>
                    <a:pt x="10120" y="-215"/>
                    <a:pt x="9015" y="647"/>
                  </a:cubicBezTo>
                  <a:lnTo>
                    <a:pt x="1785" y="6292"/>
                  </a:lnTo>
                  <a:cubicBezTo>
                    <a:pt x="680" y="7154"/>
                    <a:pt x="0" y="8748"/>
                    <a:pt x="0" y="10472"/>
                  </a:cubicBezTo>
                  <a:lnTo>
                    <a:pt x="0" y="2138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24" name="Google Shape;91;p6">
              <a:extLst>
                <a:ext uri="{FF2B5EF4-FFF2-40B4-BE49-F238E27FC236}">
                  <a16:creationId xmlns:a16="http://schemas.microsoft.com/office/drawing/2014/main" id="{69C0A71D-981B-4E40-B77C-1796F85A4DC2}"/>
                </a:ext>
              </a:extLst>
            </p:cNvPr>
            <p:cNvSpPr/>
            <p:nvPr/>
          </p:nvSpPr>
          <p:spPr>
            <a:xfrm>
              <a:off x="7806636" y="4115782"/>
              <a:ext cx="1403568" cy="1027710"/>
            </a:xfrm>
            <a:custGeom>
              <a:avLst/>
              <a:gdLst/>
              <a:ahLst/>
              <a:cxnLst/>
              <a:rect l="l" t="t" r="r" b="b"/>
              <a:pathLst>
                <a:path w="21600" h="21385" extrusionOk="0">
                  <a:moveTo>
                    <a:pt x="21600" y="21385"/>
                  </a:moveTo>
                  <a:lnTo>
                    <a:pt x="21600" y="10472"/>
                  </a:lnTo>
                  <a:cubicBezTo>
                    <a:pt x="21600" y="8748"/>
                    <a:pt x="20920" y="7155"/>
                    <a:pt x="19816" y="6292"/>
                  </a:cubicBezTo>
                  <a:lnTo>
                    <a:pt x="12585" y="647"/>
                  </a:lnTo>
                  <a:cubicBezTo>
                    <a:pt x="11480" y="-215"/>
                    <a:pt x="10120" y="-215"/>
                    <a:pt x="9015" y="647"/>
                  </a:cubicBezTo>
                  <a:lnTo>
                    <a:pt x="1785" y="6292"/>
                  </a:lnTo>
                  <a:cubicBezTo>
                    <a:pt x="680" y="7154"/>
                    <a:pt x="0" y="8748"/>
                    <a:pt x="0" y="10472"/>
                  </a:cubicBezTo>
                  <a:lnTo>
                    <a:pt x="0" y="2138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25" name="Google Shape;92;p6">
              <a:extLst>
                <a:ext uri="{FF2B5EF4-FFF2-40B4-BE49-F238E27FC236}">
                  <a16:creationId xmlns:a16="http://schemas.microsoft.com/office/drawing/2014/main" id="{89C3BE89-C379-462F-A749-185162462BBE}"/>
                </a:ext>
              </a:extLst>
            </p:cNvPr>
            <p:cNvSpPr/>
            <p:nvPr/>
          </p:nvSpPr>
          <p:spPr>
            <a:xfrm>
              <a:off x="8548210" y="260974"/>
              <a:ext cx="1403600" cy="1549387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26" name="Google Shape;93;p6">
              <a:extLst>
                <a:ext uri="{FF2B5EF4-FFF2-40B4-BE49-F238E27FC236}">
                  <a16:creationId xmlns:a16="http://schemas.microsoft.com/office/drawing/2014/main" id="{9C2D842F-03C1-44A9-A048-735BE205E345}"/>
                </a:ext>
              </a:extLst>
            </p:cNvPr>
            <p:cNvSpPr/>
            <p:nvPr/>
          </p:nvSpPr>
          <p:spPr>
            <a:xfrm rot="10800000">
              <a:off x="7806422" y="30"/>
              <a:ext cx="1404540" cy="515400"/>
            </a:xfrm>
            <a:custGeom>
              <a:avLst/>
              <a:gdLst/>
              <a:ahLst/>
              <a:cxnLst/>
              <a:rect l="l" t="t" r="r" b="b"/>
              <a:pathLst>
                <a:path w="21600" h="21175" extrusionOk="0">
                  <a:moveTo>
                    <a:pt x="21600" y="21175"/>
                  </a:moveTo>
                  <a:lnTo>
                    <a:pt x="21600" y="20652"/>
                  </a:lnTo>
                  <a:cubicBezTo>
                    <a:pt x="21600" y="17251"/>
                    <a:pt x="20920" y="14109"/>
                    <a:pt x="19815" y="12409"/>
                  </a:cubicBezTo>
                  <a:lnTo>
                    <a:pt x="12585" y="1274"/>
                  </a:lnTo>
                  <a:cubicBezTo>
                    <a:pt x="11480" y="-425"/>
                    <a:pt x="10120" y="-425"/>
                    <a:pt x="9015" y="1274"/>
                  </a:cubicBezTo>
                  <a:lnTo>
                    <a:pt x="1785" y="12409"/>
                  </a:lnTo>
                  <a:cubicBezTo>
                    <a:pt x="680" y="14108"/>
                    <a:pt x="0" y="17251"/>
                    <a:pt x="0" y="20652"/>
                  </a:cubicBezTo>
                  <a:lnTo>
                    <a:pt x="0" y="2117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27" name="Google Shape;94;p6">
              <a:extLst>
                <a:ext uri="{FF2B5EF4-FFF2-40B4-BE49-F238E27FC236}">
                  <a16:creationId xmlns:a16="http://schemas.microsoft.com/office/drawing/2014/main" id="{AE327074-D05A-4E00-914A-D26527E671F9}"/>
                </a:ext>
              </a:extLst>
            </p:cNvPr>
            <p:cNvSpPr/>
            <p:nvPr/>
          </p:nvSpPr>
          <p:spPr>
            <a:xfrm>
              <a:off x="7806643" y="1543679"/>
              <a:ext cx="1403600" cy="1549387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28" name="Google Shape;95;p6">
              <a:extLst>
                <a:ext uri="{FF2B5EF4-FFF2-40B4-BE49-F238E27FC236}">
                  <a16:creationId xmlns:a16="http://schemas.microsoft.com/office/drawing/2014/main" id="{BEBE4047-770F-42D4-886E-D796C389A1F3}"/>
                </a:ext>
              </a:extLst>
            </p:cNvPr>
            <p:cNvSpPr/>
            <p:nvPr/>
          </p:nvSpPr>
          <p:spPr>
            <a:xfrm>
              <a:off x="7065077" y="260974"/>
              <a:ext cx="1403600" cy="1549387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 dirty="0">
                <a:solidFill>
                  <a:srgbClr val="000000"/>
                </a:solidFill>
              </a:endParaRPr>
            </a:p>
          </p:txBody>
        </p:sp>
        <p:sp>
          <p:nvSpPr>
            <p:cNvPr id="29" name="Google Shape;96;p6">
              <a:extLst>
                <a:ext uri="{FF2B5EF4-FFF2-40B4-BE49-F238E27FC236}">
                  <a16:creationId xmlns:a16="http://schemas.microsoft.com/office/drawing/2014/main" id="{F337DBE5-6D29-4F8D-93D0-1C32CC9E5E67}"/>
                </a:ext>
              </a:extLst>
            </p:cNvPr>
            <p:cNvSpPr/>
            <p:nvPr/>
          </p:nvSpPr>
          <p:spPr>
            <a:xfrm>
              <a:off x="8745616" y="1335143"/>
              <a:ext cx="835681" cy="92246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5322C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30" name="Google Shape;97;p6">
              <a:extLst>
                <a:ext uri="{FF2B5EF4-FFF2-40B4-BE49-F238E27FC236}">
                  <a16:creationId xmlns:a16="http://schemas.microsoft.com/office/drawing/2014/main" id="{D0AECDAC-3169-4264-8C92-CD8AAE928BA7}"/>
                </a:ext>
              </a:extLst>
            </p:cNvPr>
            <p:cNvSpPr/>
            <p:nvPr/>
          </p:nvSpPr>
          <p:spPr>
            <a:xfrm>
              <a:off x="7133773" y="3941724"/>
              <a:ext cx="507445" cy="560158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5322C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31" name="Google Shape;98;p6">
              <a:extLst>
                <a:ext uri="{FF2B5EF4-FFF2-40B4-BE49-F238E27FC236}">
                  <a16:creationId xmlns:a16="http://schemas.microsoft.com/office/drawing/2014/main" id="{C3F5110F-57D0-43EB-AE6E-3F98916B2B11}"/>
                </a:ext>
              </a:extLst>
            </p:cNvPr>
            <p:cNvSpPr/>
            <p:nvPr/>
          </p:nvSpPr>
          <p:spPr>
            <a:xfrm rot="10800000">
              <a:off x="7406482" y="-7"/>
              <a:ext cx="720792" cy="527782"/>
            </a:xfrm>
            <a:custGeom>
              <a:avLst/>
              <a:gdLst/>
              <a:ahLst/>
              <a:cxnLst/>
              <a:rect l="l" t="t" r="r" b="b"/>
              <a:pathLst>
                <a:path w="21600" h="21385" extrusionOk="0">
                  <a:moveTo>
                    <a:pt x="21600" y="21385"/>
                  </a:moveTo>
                  <a:lnTo>
                    <a:pt x="21600" y="10472"/>
                  </a:lnTo>
                  <a:cubicBezTo>
                    <a:pt x="21600" y="8748"/>
                    <a:pt x="20920" y="7155"/>
                    <a:pt x="19816" y="6292"/>
                  </a:cubicBezTo>
                  <a:lnTo>
                    <a:pt x="12585" y="647"/>
                  </a:lnTo>
                  <a:cubicBezTo>
                    <a:pt x="11480" y="-215"/>
                    <a:pt x="10120" y="-215"/>
                    <a:pt x="9015" y="647"/>
                  </a:cubicBezTo>
                  <a:lnTo>
                    <a:pt x="1785" y="6292"/>
                  </a:lnTo>
                  <a:cubicBezTo>
                    <a:pt x="680" y="7154"/>
                    <a:pt x="0" y="8748"/>
                    <a:pt x="0" y="10472"/>
                  </a:cubicBezTo>
                  <a:lnTo>
                    <a:pt x="0" y="21385"/>
                  </a:lnTo>
                  <a:close/>
                </a:path>
              </a:pathLst>
            </a:custGeom>
            <a:solidFill>
              <a:srgbClr val="5322C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32" name="Google Shape;99;p6">
              <a:extLst>
                <a:ext uri="{FF2B5EF4-FFF2-40B4-BE49-F238E27FC236}">
                  <a16:creationId xmlns:a16="http://schemas.microsoft.com/office/drawing/2014/main" id="{FA0F94DD-1576-44BF-BB3D-2A4F054FFA6B}"/>
                </a:ext>
              </a:extLst>
            </p:cNvPr>
            <p:cNvSpPr/>
            <p:nvPr/>
          </p:nvSpPr>
          <p:spPr>
            <a:xfrm>
              <a:off x="7331887" y="2181982"/>
              <a:ext cx="962029" cy="1061967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5322C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33" name="Google Shape;100;p6">
              <a:extLst>
                <a:ext uri="{FF2B5EF4-FFF2-40B4-BE49-F238E27FC236}">
                  <a16:creationId xmlns:a16="http://schemas.microsoft.com/office/drawing/2014/main" id="{1C9E35FE-7E62-4508-955E-74A810851CAF}"/>
                </a:ext>
              </a:extLst>
            </p:cNvPr>
            <p:cNvSpPr/>
            <p:nvPr/>
          </p:nvSpPr>
          <p:spPr>
            <a:xfrm>
              <a:off x="8548210" y="2833077"/>
              <a:ext cx="1403600" cy="1549387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</p:grp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FACFE08-1273-4D2F-9476-BFB9DBD39DBB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ar-BH"/>
              <a:t>سحر سرکار - تحلیل ویژگی‌های رادیومیکس برای تشخیص عفونت در ریه - شهریور 1400</a:t>
            </a:r>
            <a:endParaRPr lang="en-US" dirty="0"/>
          </a:p>
        </p:txBody>
      </p:sp>
      <p:sp>
        <p:nvSpPr>
          <p:cNvPr id="35" name="Google Shape;119;p7">
            <a:extLst>
              <a:ext uri="{FF2B5EF4-FFF2-40B4-BE49-F238E27FC236}">
                <a16:creationId xmlns:a16="http://schemas.microsoft.com/office/drawing/2014/main" id="{D2EE7E06-8EFF-4402-A63D-0E43ABE5166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33336" y="598755"/>
            <a:ext cx="6677100" cy="39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120;p7">
            <a:extLst>
              <a:ext uri="{FF2B5EF4-FFF2-40B4-BE49-F238E27FC236}">
                <a16:creationId xmlns:a16="http://schemas.microsoft.com/office/drawing/2014/main" id="{719B06F0-4F9F-4DA8-A077-209748B889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833336" y="1266305"/>
            <a:ext cx="2079900" cy="3268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⬢"/>
              <a:defRPr sz="1800"/>
            </a:lvl1pPr>
            <a:lvl2pPr marL="914400" lvl="1" indent="-317500" rtl="0">
              <a:spcBef>
                <a:spcPts val="800"/>
              </a:spcBef>
              <a:spcAft>
                <a:spcPts val="0"/>
              </a:spcAft>
              <a:buSzPts val="1400"/>
              <a:buChar char="⬡"/>
              <a:defRPr sz="1800"/>
            </a:lvl2pPr>
            <a:lvl3pPr marL="1371600" lvl="2" indent="-317500" rtl="0">
              <a:spcBef>
                <a:spcPts val="800"/>
              </a:spcBef>
              <a:spcAft>
                <a:spcPts val="0"/>
              </a:spcAft>
              <a:buSzPts val="1400"/>
              <a:buChar char="⬡"/>
              <a:defRPr sz="1800"/>
            </a:lvl3pPr>
            <a:lvl4pPr marL="1828800" lvl="3" indent="-342900" rtl="0">
              <a:spcBef>
                <a:spcPts val="80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 rtl="0">
              <a:spcBef>
                <a:spcPts val="80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 rtl="0">
              <a:spcBef>
                <a:spcPts val="80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 rtl="0">
              <a:spcBef>
                <a:spcPts val="80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 rtl="0">
              <a:spcBef>
                <a:spcPts val="80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 rtl="0">
              <a:spcBef>
                <a:spcPts val="800"/>
              </a:spcBef>
              <a:spcAft>
                <a:spcPts val="800"/>
              </a:spcAft>
              <a:buSzPts val="1800"/>
              <a:buChar char="■"/>
              <a:defRPr sz="1800"/>
            </a:lvl9pPr>
          </a:lstStyle>
          <a:p>
            <a:endParaRPr dirty="0"/>
          </a:p>
        </p:txBody>
      </p:sp>
      <p:sp>
        <p:nvSpPr>
          <p:cNvPr id="37" name="Google Shape;121;p7">
            <a:extLst>
              <a:ext uri="{FF2B5EF4-FFF2-40B4-BE49-F238E27FC236}">
                <a16:creationId xmlns:a16="http://schemas.microsoft.com/office/drawing/2014/main" id="{2E3E20CE-1BBF-46CA-AE44-B6661EC64A88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131905" y="1266305"/>
            <a:ext cx="2079900" cy="3268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⬢"/>
              <a:defRPr sz="1800"/>
            </a:lvl1pPr>
            <a:lvl2pPr marL="914400" lvl="1" indent="-317500" rtl="0">
              <a:spcBef>
                <a:spcPts val="800"/>
              </a:spcBef>
              <a:spcAft>
                <a:spcPts val="0"/>
              </a:spcAft>
              <a:buSzPts val="1400"/>
              <a:buChar char="⬡"/>
              <a:defRPr sz="1800"/>
            </a:lvl2pPr>
            <a:lvl3pPr marL="1371600" lvl="2" indent="-317500" rtl="0">
              <a:spcBef>
                <a:spcPts val="800"/>
              </a:spcBef>
              <a:spcAft>
                <a:spcPts val="0"/>
              </a:spcAft>
              <a:buSzPts val="1400"/>
              <a:buChar char="⬡"/>
              <a:defRPr sz="1800"/>
            </a:lvl3pPr>
            <a:lvl4pPr marL="1828800" lvl="3" indent="-342900" rtl="0">
              <a:spcBef>
                <a:spcPts val="80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 rtl="0">
              <a:spcBef>
                <a:spcPts val="80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 rtl="0">
              <a:spcBef>
                <a:spcPts val="80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 rtl="0">
              <a:spcBef>
                <a:spcPts val="80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 rtl="0">
              <a:spcBef>
                <a:spcPts val="80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 rtl="0">
              <a:spcBef>
                <a:spcPts val="800"/>
              </a:spcBef>
              <a:spcAft>
                <a:spcPts val="80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pic>
        <p:nvPicPr>
          <p:cNvPr id="126" name="Picture 125" descr="C:\Users\Farshid\Downloads\oie_transparent (1).gif">
            <a:extLst>
              <a:ext uri="{FF2B5EF4-FFF2-40B4-BE49-F238E27FC236}">
                <a16:creationId xmlns:a16="http://schemas.microsoft.com/office/drawing/2014/main" id="{5D725F20-9ED8-4249-9760-8FE1CF8541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846" y="58096"/>
            <a:ext cx="555874" cy="5154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6" name="Google Shape;126;p8"/>
          <p:cNvGrpSpPr/>
          <p:nvPr/>
        </p:nvGrpSpPr>
        <p:grpSpPr>
          <a:xfrm>
            <a:off x="6320991" y="-7"/>
            <a:ext cx="3630818" cy="5143498"/>
            <a:chOff x="6320991" y="-7"/>
            <a:chExt cx="3630818" cy="5143498"/>
          </a:xfrm>
        </p:grpSpPr>
        <p:sp>
          <p:nvSpPr>
            <p:cNvPr id="127" name="Google Shape;127;p8"/>
            <p:cNvSpPr/>
            <p:nvPr/>
          </p:nvSpPr>
          <p:spPr>
            <a:xfrm>
              <a:off x="6320991" y="4115782"/>
              <a:ext cx="1403568" cy="1027710"/>
            </a:xfrm>
            <a:custGeom>
              <a:avLst/>
              <a:gdLst/>
              <a:ahLst/>
              <a:cxnLst/>
              <a:rect l="l" t="t" r="r" b="b"/>
              <a:pathLst>
                <a:path w="21600" h="21385" extrusionOk="0">
                  <a:moveTo>
                    <a:pt x="21600" y="21385"/>
                  </a:moveTo>
                  <a:lnTo>
                    <a:pt x="21600" y="10472"/>
                  </a:lnTo>
                  <a:cubicBezTo>
                    <a:pt x="21600" y="8748"/>
                    <a:pt x="20920" y="7155"/>
                    <a:pt x="19816" y="6292"/>
                  </a:cubicBezTo>
                  <a:lnTo>
                    <a:pt x="12585" y="647"/>
                  </a:lnTo>
                  <a:cubicBezTo>
                    <a:pt x="11480" y="-215"/>
                    <a:pt x="10120" y="-215"/>
                    <a:pt x="9015" y="647"/>
                  </a:cubicBezTo>
                  <a:lnTo>
                    <a:pt x="1785" y="6292"/>
                  </a:lnTo>
                  <a:cubicBezTo>
                    <a:pt x="680" y="7154"/>
                    <a:pt x="0" y="8748"/>
                    <a:pt x="0" y="10472"/>
                  </a:cubicBezTo>
                  <a:lnTo>
                    <a:pt x="0" y="2138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28" name="Google Shape;128;p8"/>
            <p:cNvSpPr/>
            <p:nvPr/>
          </p:nvSpPr>
          <p:spPr>
            <a:xfrm>
              <a:off x="7806636" y="4115782"/>
              <a:ext cx="1403568" cy="1027710"/>
            </a:xfrm>
            <a:custGeom>
              <a:avLst/>
              <a:gdLst/>
              <a:ahLst/>
              <a:cxnLst/>
              <a:rect l="l" t="t" r="r" b="b"/>
              <a:pathLst>
                <a:path w="21600" h="21385" extrusionOk="0">
                  <a:moveTo>
                    <a:pt x="21600" y="21385"/>
                  </a:moveTo>
                  <a:lnTo>
                    <a:pt x="21600" y="10472"/>
                  </a:lnTo>
                  <a:cubicBezTo>
                    <a:pt x="21600" y="8748"/>
                    <a:pt x="20920" y="7155"/>
                    <a:pt x="19816" y="6292"/>
                  </a:cubicBezTo>
                  <a:lnTo>
                    <a:pt x="12585" y="647"/>
                  </a:lnTo>
                  <a:cubicBezTo>
                    <a:pt x="11480" y="-215"/>
                    <a:pt x="10120" y="-215"/>
                    <a:pt x="9015" y="647"/>
                  </a:cubicBezTo>
                  <a:lnTo>
                    <a:pt x="1785" y="6292"/>
                  </a:lnTo>
                  <a:cubicBezTo>
                    <a:pt x="680" y="7154"/>
                    <a:pt x="0" y="8748"/>
                    <a:pt x="0" y="10472"/>
                  </a:cubicBezTo>
                  <a:lnTo>
                    <a:pt x="0" y="2138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29" name="Google Shape;129;p8"/>
            <p:cNvSpPr/>
            <p:nvPr/>
          </p:nvSpPr>
          <p:spPr>
            <a:xfrm>
              <a:off x="8548210" y="260974"/>
              <a:ext cx="1403600" cy="1549387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30" name="Google Shape;130;p8"/>
            <p:cNvSpPr/>
            <p:nvPr/>
          </p:nvSpPr>
          <p:spPr>
            <a:xfrm rot="10800000">
              <a:off x="7806422" y="30"/>
              <a:ext cx="1404540" cy="515400"/>
            </a:xfrm>
            <a:custGeom>
              <a:avLst/>
              <a:gdLst/>
              <a:ahLst/>
              <a:cxnLst/>
              <a:rect l="l" t="t" r="r" b="b"/>
              <a:pathLst>
                <a:path w="21600" h="21175" extrusionOk="0">
                  <a:moveTo>
                    <a:pt x="21600" y="21175"/>
                  </a:moveTo>
                  <a:lnTo>
                    <a:pt x="21600" y="20652"/>
                  </a:lnTo>
                  <a:cubicBezTo>
                    <a:pt x="21600" y="17251"/>
                    <a:pt x="20920" y="14109"/>
                    <a:pt x="19815" y="12409"/>
                  </a:cubicBezTo>
                  <a:lnTo>
                    <a:pt x="12585" y="1274"/>
                  </a:lnTo>
                  <a:cubicBezTo>
                    <a:pt x="11480" y="-425"/>
                    <a:pt x="10120" y="-425"/>
                    <a:pt x="9015" y="1274"/>
                  </a:cubicBezTo>
                  <a:lnTo>
                    <a:pt x="1785" y="12409"/>
                  </a:lnTo>
                  <a:cubicBezTo>
                    <a:pt x="680" y="14108"/>
                    <a:pt x="0" y="17251"/>
                    <a:pt x="0" y="20652"/>
                  </a:cubicBezTo>
                  <a:lnTo>
                    <a:pt x="0" y="2117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31" name="Google Shape;131;p8"/>
            <p:cNvSpPr/>
            <p:nvPr/>
          </p:nvSpPr>
          <p:spPr>
            <a:xfrm>
              <a:off x="7806643" y="1543679"/>
              <a:ext cx="1403600" cy="1549387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32" name="Google Shape;132;p8"/>
            <p:cNvSpPr/>
            <p:nvPr/>
          </p:nvSpPr>
          <p:spPr>
            <a:xfrm>
              <a:off x="7065077" y="260974"/>
              <a:ext cx="1403600" cy="1549387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33" name="Google Shape;133;p8"/>
            <p:cNvSpPr/>
            <p:nvPr/>
          </p:nvSpPr>
          <p:spPr>
            <a:xfrm>
              <a:off x="8745616" y="1335143"/>
              <a:ext cx="835681" cy="92246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5322C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34" name="Google Shape;134;p8"/>
            <p:cNvSpPr/>
            <p:nvPr/>
          </p:nvSpPr>
          <p:spPr>
            <a:xfrm>
              <a:off x="7133773" y="3941724"/>
              <a:ext cx="507445" cy="560158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5322C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35" name="Google Shape;135;p8"/>
            <p:cNvSpPr/>
            <p:nvPr/>
          </p:nvSpPr>
          <p:spPr>
            <a:xfrm rot="10800000">
              <a:off x="7406482" y="-7"/>
              <a:ext cx="720792" cy="527782"/>
            </a:xfrm>
            <a:custGeom>
              <a:avLst/>
              <a:gdLst/>
              <a:ahLst/>
              <a:cxnLst/>
              <a:rect l="l" t="t" r="r" b="b"/>
              <a:pathLst>
                <a:path w="21600" h="21385" extrusionOk="0">
                  <a:moveTo>
                    <a:pt x="21600" y="21385"/>
                  </a:moveTo>
                  <a:lnTo>
                    <a:pt x="21600" y="10472"/>
                  </a:lnTo>
                  <a:cubicBezTo>
                    <a:pt x="21600" y="8748"/>
                    <a:pt x="20920" y="7155"/>
                    <a:pt x="19816" y="6292"/>
                  </a:cubicBezTo>
                  <a:lnTo>
                    <a:pt x="12585" y="647"/>
                  </a:lnTo>
                  <a:cubicBezTo>
                    <a:pt x="11480" y="-215"/>
                    <a:pt x="10120" y="-215"/>
                    <a:pt x="9015" y="647"/>
                  </a:cubicBezTo>
                  <a:lnTo>
                    <a:pt x="1785" y="6292"/>
                  </a:lnTo>
                  <a:cubicBezTo>
                    <a:pt x="680" y="7154"/>
                    <a:pt x="0" y="8748"/>
                    <a:pt x="0" y="10472"/>
                  </a:cubicBezTo>
                  <a:lnTo>
                    <a:pt x="0" y="21385"/>
                  </a:lnTo>
                  <a:close/>
                </a:path>
              </a:pathLst>
            </a:custGeom>
            <a:solidFill>
              <a:srgbClr val="5322C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36" name="Google Shape;136;p8"/>
            <p:cNvSpPr/>
            <p:nvPr/>
          </p:nvSpPr>
          <p:spPr>
            <a:xfrm>
              <a:off x="7331887" y="2181982"/>
              <a:ext cx="962029" cy="1061967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5322C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37" name="Google Shape;137;p8"/>
            <p:cNvSpPr/>
            <p:nvPr/>
          </p:nvSpPr>
          <p:spPr>
            <a:xfrm>
              <a:off x="8548210" y="2833077"/>
              <a:ext cx="1403600" cy="1549387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</p:grpSp>
      <p:sp>
        <p:nvSpPr>
          <p:cNvPr id="138" name="Google Shape;138;p8"/>
          <p:cNvSpPr txBox="1">
            <a:spLocks noGrp="1"/>
          </p:cNvSpPr>
          <p:nvPr>
            <p:ph type="title"/>
          </p:nvPr>
        </p:nvSpPr>
        <p:spPr>
          <a:xfrm>
            <a:off x="779100" y="836000"/>
            <a:ext cx="6010500" cy="39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1F18EA4-022F-4C0B-A7F7-574A324EAB8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ar-BH"/>
              <a:t>سحر سرکار - تحلیل ویژگی‌های رادیومیکس برای تشخیص عفونت در ریه - شهریور 1400</a:t>
            </a:r>
            <a:endParaRPr lang="en-US" dirty="0"/>
          </a:p>
        </p:txBody>
      </p:sp>
      <p:pic>
        <p:nvPicPr>
          <p:cNvPr id="17" name="Picture 16" descr="C:\Users\Farshid\Downloads\oie_transparent (1).gif">
            <a:extLst>
              <a:ext uri="{FF2B5EF4-FFF2-40B4-BE49-F238E27FC236}">
                <a16:creationId xmlns:a16="http://schemas.microsoft.com/office/drawing/2014/main" id="{6FAC2D24-6CD8-4FAC-B91C-D13F9EA426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846" y="58096"/>
            <a:ext cx="555874" cy="5154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" name="Google Shape;141;p9"/>
          <p:cNvGrpSpPr/>
          <p:nvPr/>
        </p:nvGrpSpPr>
        <p:grpSpPr>
          <a:xfrm>
            <a:off x="-981075" y="-3"/>
            <a:ext cx="11516344" cy="5143455"/>
            <a:chOff x="-981075" y="-3"/>
            <a:chExt cx="11516344" cy="5143455"/>
          </a:xfrm>
        </p:grpSpPr>
        <p:sp>
          <p:nvSpPr>
            <p:cNvPr id="142" name="Google Shape;142;p9"/>
            <p:cNvSpPr/>
            <p:nvPr/>
          </p:nvSpPr>
          <p:spPr>
            <a:xfrm>
              <a:off x="7476888" y="4039228"/>
              <a:ext cx="2001186" cy="1104224"/>
            </a:xfrm>
            <a:custGeom>
              <a:avLst/>
              <a:gdLst/>
              <a:ahLst/>
              <a:cxnLst/>
              <a:rect l="l" t="t" r="r" b="b"/>
              <a:pathLst>
                <a:path w="21600" h="21315" extrusionOk="0">
                  <a:moveTo>
                    <a:pt x="21600" y="21315"/>
                  </a:moveTo>
                  <a:lnTo>
                    <a:pt x="21600" y="13849"/>
                  </a:lnTo>
                  <a:cubicBezTo>
                    <a:pt x="21600" y="11569"/>
                    <a:pt x="20920" y="9461"/>
                    <a:pt x="19816" y="8321"/>
                  </a:cubicBezTo>
                  <a:lnTo>
                    <a:pt x="12585" y="855"/>
                  </a:lnTo>
                  <a:cubicBezTo>
                    <a:pt x="11480" y="-285"/>
                    <a:pt x="10120" y="-285"/>
                    <a:pt x="9015" y="855"/>
                  </a:cubicBezTo>
                  <a:lnTo>
                    <a:pt x="1785" y="8321"/>
                  </a:lnTo>
                  <a:cubicBezTo>
                    <a:pt x="680" y="9461"/>
                    <a:pt x="0" y="11569"/>
                    <a:pt x="0" y="13849"/>
                  </a:cubicBezTo>
                  <a:lnTo>
                    <a:pt x="0" y="2131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43" name="Google Shape;143;p9"/>
            <p:cNvSpPr/>
            <p:nvPr/>
          </p:nvSpPr>
          <p:spPr>
            <a:xfrm rot="10800000">
              <a:off x="4304464" y="-3"/>
              <a:ext cx="2002536" cy="734878"/>
            </a:xfrm>
            <a:custGeom>
              <a:avLst/>
              <a:gdLst/>
              <a:ahLst/>
              <a:cxnLst/>
              <a:rect l="l" t="t" r="r" b="b"/>
              <a:pathLst>
                <a:path w="21600" h="21175" extrusionOk="0">
                  <a:moveTo>
                    <a:pt x="21600" y="21175"/>
                  </a:moveTo>
                  <a:lnTo>
                    <a:pt x="21600" y="20652"/>
                  </a:lnTo>
                  <a:cubicBezTo>
                    <a:pt x="21600" y="17251"/>
                    <a:pt x="20920" y="14109"/>
                    <a:pt x="19815" y="12409"/>
                  </a:cubicBezTo>
                  <a:lnTo>
                    <a:pt x="12585" y="1274"/>
                  </a:lnTo>
                  <a:cubicBezTo>
                    <a:pt x="11480" y="-425"/>
                    <a:pt x="10120" y="-425"/>
                    <a:pt x="9015" y="1274"/>
                  </a:cubicBezTo>
                  <a:lnTo>
                    <a:pt x="1785" y="12409"/>
                  </a:lnTo>
                  <a:cubicBezTo>
                    <a:pt x="680" y="14108"/>
                    <a:pt x="0" y="17251"/>
                    <a:pt x="0" y="20652"/>
                  </a:cubicBezTo>
                  <a:lnTo>
                    <a:pt x="0" y="2117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44" name="Google Shape;144;p9"/>
            <p:cNvSpPr/>
            <p:nvPr/>
          </p:nvSpPr>
          <p:spPr>
            <a:xfrm rot="10800000">
              <a:off x="6419277" y="-3"/>
              <a:ext cx="2002536" cy="734878"/>
            </a:xfrm>
            <a:custGeom>
              <a:avLst/>
              <a:gdLst/>
              <a:ahLst/>
              <a:cxnLst/>
              <a:rect l="l" t="t" r="r" b="b"/>
              <a:pathLst>
                <a:path w="21600" h="21175" extrusionOk="0">
                  <a:moveTo>
                    <a:pt x="21600" y="21175"/>
                  </a:moveTo>
                  <a:lnTo>
                    <a:pt x="21600" y="20652"/>
                  </a:lnTo>
                  <a:cubicBezTo>
                    <a:pt x="21600" y="17251"/>
                    <a:pt x="20920" y="14109"/>
                    <a:pt x="19815" y="12409"/>
                  </a:cubicBezTo>
                  <a:lnTo>
                    <a:pt x="12585" y="1274"/>
                  </a:lnTo>
                  <a:cubicBezTo>
                    <a:pt x="11480" y="-425"/>
                    <a:pt x="10120" y="-425"/>
                    <a:pt x="9015" y="1274"/>
                  </a:cubicBezTo>
                  <a:lnTo>
                    <a:pt x="1785" y="12409"/>
                  </a:lnTo>
                  <a:cubicBezTo>
                    <a:pt x="680" y="14108"/>
                    <a:pt x="0" y="17251"/>
                    <a:pt x="0" y="20652"/>
                  </a:cubicBezTo>
                  <a:lnTo>
                    <a:pt x="0" y="2117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45" name="Google Shape;145;p9"/>
            <p:cNvSpPr/>
            <p:nvPr/>
          </p:nvSpPr>
          <p:spPr>
            <a:xfrm rot="10800000">
              <a:off x="2189989" y="-3"/>
              <a:ext cx="2002536" cy="734878"/>
            </a:xfrm>
            <a:custGeom>
              <a:avLst/>
              <a:gdLst/>
              <a:ahLst/>
              <a:cxnLst/>
              <a:rect l="l" t="t" r="r" b="b"/>
              <a:pathLst>
                <a:path w="21600" h="21175" extrusionOk="0">
                  <a:moveTo>
                    <a:pt x="21600" y="21175"/>
                  </a:moveTo>
                  <a:lnTo>
                    <a:pt x="21600" y="20652"/>
                  </a:lnTo>
                  <a:cubicBezTo>
                    <a:pt x="21600" y="17251"/>
                    <a:pt x="20920" y="14109"/>
                    <a:pt x="19815" y="12409"/>
                  </a:cubicBezTo>
                  <a:lnTo>
                    <a:pt x="12585" y="1274"/>
                  </a:lnTo>
                  <a:cubicBezTo>
                    <a:pt x="11480" y="-425"/>
                    <a:pt x="10120" y="-425"/>
                    <a:pt x="9015" y="1274"/>
                  </a:cubicBezTo>
                  <a:lnTo>
                    <a:pt x="1785" y="12409"/>
                  </a:lnTo>
                  <a:cubicBezTo>
                    <a:pt x="680" y="14108"/>
                    <a:pt x="0" y="17251"/>
                    <a:pt x="0" y="20652"/>
                  </a:cubicBezTo>
                  <a:lnTo>
                    <a:pt x="0" y="2117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46" name="Google Shape;146;p9"/>
            <p:cNvSpPr/>
            <p:nvPr/>
          </p:nvSpPr>
          <p:spPr>
            <a:xfrm>
              <a:off x="3247913" y="4039228"/>
              <a:ext cx="2001186" cy="1104224"/>
            </a:xfrm>
            <a:custGeom>
              <a:avLst/>
              <a:gdLst/>
              <a:ahLst/>
              <a:cxnLst/>
              <a:rect l="l" t="t" r="r" b="b"/>
              <a:pathLst>
                <a:path w="21600" h="21315" extrusionOk="0">
                  <a:moveTo>
                    <a:pt x="21600" y="21315"/>
                  </a:moveTo>
                  <a:lnTo>
                    <a:pt x="21600" y="13849"/>
                  </a:lnTo>
                  <a:cubicBezTo>
                    <a:pt x="21600" y="11569"/>
                    <a:pt x="20920" y="9461"/>
                    <a:pt x="19816" y="8321"/>
                  </a:cubicBezTo>
                  <a:lnTo>
                    <a:pt x="12585" y="855"/>
                  </a:lnTo>
                  <a:cubicBezTo>
                    <a:pt x="11480" y="-285"/>
                    <a:pt x="10120" y="-285"/>
                    <a:pt x="9015" y="855"/>
                  </a:cubicBezTo>
                  <a:lnTo>
                    <a:pt x="1785" y="8321"/>
                  </a:lnTo>
                  <a:cubicBezTo>
                    <a:pt x="680" y="9461"/>
                    <a:pt x="0" y="11569"/>
                    <a:pt x="0" y="13849"/>
                  </a:cubicBezTo>
                  <a:lnTo>
                    <a:pt x="0" y="2131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47" name="Google Shape;147;p9"/>
            <p:cNvSpPr/>
            <p:nvPr/>
          </p:nvSpPr>
          <p:spPr>
            <a:xfrm>
              <a:off x="76200" y="22008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48" name="Google Shape;148;p9"/>
            <p:cNvSpPr/>
            <p:nvPr/>
          </p:nvSpPr>
          <p:spPr>
            <a:xfrm>
              <a:off x="2190677" y="22008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49" name="Google Shape;149;p9"/>
            <p:cNvSpPr/>
            <p:nvPr/>
          </p:nvSpPr>
          <p:spPr>
            <a:xfrm>
              <a:off x="6419630" y="22008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50" name="Google Shape;150;p9"/>
            <p:cNvSpPr/>
            <p:nvPr/>
          </p:nvSpPr>
          <p:spPr>
            <a:xfrm>
              <a:off x="8534106" y="22008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51" name="Google Shape;151;p9"/>
            <p:cNvSpPr/>
            <p:nvPr/>
          </p:nvSpPr>
          <p:spPr>
            <a:xfrm>
              <a:off x="-981075" y="3720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52" name="Google Shape;152;p9"/>
            <p:cNvSpPr/>
            <p:nvPr/>
          </p:nvSpPr>
          <p:spPr>
            <a:xfrm>
              <a:off x="3247878" y="3720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53" name="Google Shape;153;p9"/>
            <p:cNvSpPr/>
            <p:nvPr/>
          </p:nvSpPr>
          <p:spPr>
            <a:xfrm>
              <a:off x="5362355" y="3720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</p:grpSp>
      <p:sp>
        <p:nvSpPr>
          <p:cNvPr id="154" name="Google Shape;154;p9"/>
          <p:cNvSpPr txBox="1">
            <a:spLocks noGrp="1"/>
          </p:cNvSpPr>
          <p:nvPr>
            <p:ph type="body" idx="1"/>
          </p:nvPr>
        </p:nvSpPr>
        <p:spPr>
          <a:xfrm>
            <a:off x="855300" y="4330100"/>
            <a:ext cx="7433400" cy="28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 rtl="0">
              <a:spcBef>
                <a:spcPts val="0"/>
              </a:spcBef>
              <a:spcAft>
                <a:spcPts val="800"/>
              </a:spcAft>
              <a:buSzPts val="1800"/>
              <a:buNone/>
              <a:defRPr sz="1800"/>
            </a:lvl1pPr>
          </a:lstStyle>
          <a:p>
            <a:endParaRPr/>
          </a:p>
        </p:txBody>
      </p:sp>
      <p:sp>
        <p:nvSpPr>
          <p:cNvPr id="155" name="Google Shape;155;p9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7BFC692-830A-43DC-940B-CC0E608586E7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ar-BH"/>
              <a:t>سحر سرکار - تحلیل ویژگی‌های رادیومیکس برای تشخیص عفونت در ریه - شهریور 1400</a:t>
            </a:r>
            <a:endParaRPr lang="en-US" dirty="0"/>
          </a:p>
        </p:txBody>
      </p:sp>
      <p:pic>
        <p:nvPicPr>
          <p:cNvPr id="18" name="Picture 17" descr="C:\Users\Farshid\Downloads\oie_transparent (1).gif">
            <a:extLst>
              <a:ext uri="{FF2B5EF4-FFF2-40B4-BE49-F238E27FC236}">
                <a16:creationId xmlns:a16="http://schemas.microsoft.com/office/drawing/2014/main" id="{CE2A92AA-3AB2-4CBA-B6A6-D5BF52150A9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846" y="58096"/>
            <a:ext cx="555874" cy="5154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- Color background">
  <p:cSld name="BLANK_1">
    <p:bg>
      <p:bgPr>
        <a:solidFill>
          <a:schemeClr val="accent1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Google Shape;174;p11"/>
          <p:cNvGrpSpPr/>
          <p:nvPr userDrawn="1"/>
        </p:nvGrpSpPr>
        <p:grpSpPr>
          <a:xfrm>
            <a:off x="-981075" y="-78100"/>
            <a:ext cx="11516344" cy="5221552"/>
            <a:chOff x="-981075" y="-78100"/>
            <a:chExt cx="11516344" cy="5221552"/>
          </a:xfrm>
        </p:grpSpPr>
        <p:sp>
          <p:nvSpPr>
            <p:cNvPr id="175" name="Google Shape;175;p11"/>
            <p:cNvSpPr/>
            <p:nvPr/>
          </p:nvSpPr>
          <p:spPr>
            <a:xfrm rot="10800000">
              <a:off x="4304464" y="-3"/>
              <a:ext cx="2002536" cy="734878"/>
            </a:xfrm>
            <a:custGeom>
              <a:avLst/>
              <a:gdLst/>
              <a:ahLst/>
              <a:cxnLst/>
              <a:rect l="l" t="t" r="r" b="b"/>
              <a:pathLst>
                <a:path w="21600" h="21175" extrusionOk="0">
                  <a:moveTo>
                    <a:pt x="21600" y="21175"/>
                  </a:moveTo>
                  <a:lnTo>
                    <a:pt x="21600" y="20652"/>
                  </a:lnTo>
                  <a:cubicBezTo>
                    <a:pt x="21600" y="17251"/>
                    <a:pt x="20920" y="14109"/>
                    <a:pt x="19815" y="12409"/>
                  </a:cubicBezTo>
                  <a:lnTo>
                    <a:pt x="12585" y="1274"/>
                  </a:lnTo>
                  <a:cubicBezTo>
                    <a:pt x="11480" y="-425"/>
                    <a:pt x="10120" y="-425"/>
                    <a:pt x="9015" y="1274"/>
                  </a:cubicBezTo>
                  <a:lnTo>
                    <a:pt x="1785" y="12409"/>
                  </a:lnTo>
                  <a:cubicBezTo>
                    <a:pt x="680" y="14108"/>
                    <a:pt x="0" y="17251"/>
                    <a:pt x="0" y="20652"/>
                  </a:cubicBezTo>
                  <a:lnTo>
                    <a:pt x="0" y="21175"/>
                  </a:lnTo>
                  <a:close/>
                </a:path>
              </a:pathLst>
            </a:custGeom>
            <a:solidFill>
              <a:srgbClr val="4F008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76" name="Google Shape;176;p11"/>
            <p:cNvSpPr/>
            <p:nvPr/>
          </p:nvSpPr>
          <p:spPr>
            <a:xfrm rot="10800000">
              <a:off x="6419277" y="-3"/>
              <a:ext cx="2002536" cy="734878"/>
            </a:xfrm>
            <a:custGeom>
              <a:avLst/>
              <a:gdLst/>
              <a:ahLst/>
              <a:cxnLst/>
              <a:rect l="l" t="t" r="r" b="b"/>
              <a:pathLst>
                <a:path w="21600" h="21175" extrusionOk="0">
                  <a:moveTo>
                    <a:pt x="21600" y="21175"/>
                  </a:moveTo>
                  <a:lnTo>
                    <a:pt x="21600" y="20652"/>
                  </a:lnTo>
                  <a:cubicBezTo>
                    <a:pt x="21600" y="17251"/>
                    <a:pt x="20920" y="14109"/>
                    <a:pt x="19815" y="12409"/>
                  </a:cubicBezTo>
                  <a:lnTo>
                    <a:pt x="12585" y="1274"/>
                  </a:lnTo>
                  <a:cubicBezTo>
                    <a:pt x="11480" y="-425"/>
                    <a:pt x="10120" y="-425"/>
                    <a:pt x="9015" y="1274"/>
                  </a:cubicBezTo>
                  <a:lnTo>
                    <a:pt x="1785" y="12409"/>
                  </a:lnTo>
                  <a:cubicBezTo>
                    <a:pt x="680" y="14108"/>
                    <a:pt x="0" y="17251"/>
                    <a:pt x="0" y="20652"/>
                  </a:cubicBezTo>
                  <a:lnTo>
                    <a:pt x="0" y="21175"/>
                  </a:ln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77" name="Google Shape;177;p11"/>
            <p:cNvSpPr/>
            <p:nvPr/>
          </p:nvSpPr>
          <p:spPr>
            <a:xfrm rot="10800000">
              <a:off x="2189989" y="-3"/>
              <a:ext cx="2002536" cy="734878"/>
            </a:xfrm>
            <a:custGeom>
              <a:avLst/>
              <a:gdLst/>
              <a:ahLst/>
              <a:cxnLst/>
              <a:rect l="l" t="t" r="r" b="b"/>
              <a:pathLst>
                <a:path w="21600" h="21175" extrusionOk="0">
                  <a:moveTo>
                    <a:pt x="21600" y="21175"/>
                  </a:moveTo>
                  <a:lnTo>
                    <a:pt x="21600" y="20652"/>
                  </a:lnTo>
                  <a:cubicBezTo>
                    <a:pt x="21600" y="17251"/>
                    <a:pt x="20920" y="14109"/>
                    <a:pt x="19815" y="12409"/>
                  </a:cubicBezTo>
                  <a:lnTo>
                    <a:pt x="12585" y="1274"/>
                  </a:lnTo>
                  <a:cubicBezTo>
                    <a:pt x="11480" y="-425"/>
                    <a:pt x="10120" y="-425"/>
                    <a:pt x="9015" y="1274"/>
                  </a:cubicBezTo>
                  <a:lnTo>
                    <a:pt x="1785" y="12409"/>
                  </a:lnTo>
                  <a:cubicBezTo>
                    <a:pt x="680" y="14108"/>
                    <a:pt x="0" y="17251"/>
                    <a:pt x="0" y="20652"/>
                  </a:cubicBezTo>
                  <a:lnTo>
                    <a:pt x="0" y="21175"/>
                  </a:ln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78" name="Google Shape;178;p11"/>
            <p:cNvSpPr/>
            <p:nvPr/>
          </p:nvSpPr>
          <p:spPr>
            <a:xfrm>
              <a:off x="1133400" y="4039228"/>
              <a:ext cx="2001186" cy="1104224"/>
            </a:xfrm>
            <a:custGeom>
              <a:avLst/>
              <a:gdLst/>
              <a:ahLst/>
              <a:cxnLst/>
              <a:rect l="l" t="t" r="r" b="b"/>
              <a:pathLst>
                <a:path w="21600" h="21315" extrusionOk="0">
                  <a:moveTo>
                    <a:pt x="21600" y="21315"/>
                  </a:moveTo>
                  <a:lnTo>
                    <a:pt x="21600" y="13849"/>
                  </a:lnTo>
                  <a:cubicBezTo>
                    <a:pt x="21600" y="11569"/>
                    <a:pt x="20920" y="9461"/>
                    <a:pt x="19816" y="8321"/>
                  </a:cubicBezTo>
                  <a:lnTo>
                    <a:pt x="12585" y="855"/>
                  </a:lnTo>
                  <a:cubicBezTo>
                    <a:pt x="11480" y="-285"/>
                    <a:pt x="10120" y="-285"/>
                    <a:pt x="9015" y="855"/>
                  </a:cubicBezTo>
                  <a:lnTo>
                    <a:pt x="1785" y="8321"/>
                  </a:lnTo>
                  <a:cubicBezTo>
                    <a:pt x="680" y="9461"/>
                    <a:pt x="0" y="11569"/>
                    <a:pt x="0" y="13849"/>
                  </a:cubicBezTo>
                  <a:lnTo>
                    <a:pt x="0" y="21315"/>
                  </a:lnTo>
                  <a:close/>
                </a:path>
              </a:pathLst>
            </a:custGeom>
            <a:solidFill>
              <a:srgbClr val="4F008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79" name="Google Shape;179;p11"/>
            <p:cNvSpPr/>
            <p:nvPr/>
          </p:nvSpPr>
          <p:spPr>
            <a:xfrm>
              <a:off x="3247913" y="4039228"/>
              <a:ext cx="2001186" cy="1104224"/>
            </a:xfrm>
            <a:custGeom>
              <a:avLst/>
              <a:gdLst/>
              <a:ahLst/>
              <a:cxnLst/>
              <a:rect l="l" t="t" r="r" b="b"/>
              <a:pathLst>
                <a:path w="21600" h="21315" extrusionOk="0">
                  <a:moveTo>
                    <a:pt x="21600" y="21315"/>
                  </a:moveTo>
                  <a:lnTo>
                    <a:pt x="21600" y="13849"/>
                  </a:lnTo>
                  <a:cubicBezTo>
                    <a:pt x="21600" y="11569"/>
                    <a:pt x="20920" y="9461"/>
                    <a:pt x="19816" y="8321"/>
                  </a:cubicBezTo>
                  <a:lnTo>
                    <a:pt x="12585" y="855"/>
                  </a:lnTo>
                  <a:cubicBezTo>
                    <a:pt x="11480" y="-285"/>
                    <a:pt x="10120" y="-285"/>
                    <a:pt x="9015" y="855"/>
                  </a:cubicBezTo>
                  <a:lnTo>
                    <a:pt x="1785" y="8321"/>
                  </a:lnTo>
                  <a:cubicBezTo>
                    <a:pt x="680" y="9461"/>
                    <a:pt x="0" y="11569"/>
                    <a:pt x="0" y="13849"/>
                  </a:cubicBezTo>
                  <a:lnTo>
                    <a:pt x="0" y="21315"/>
                  </a:ln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81" name="Google Shape;181;p11"/>
            <p:cNvSpPr/>
            <p:nvPr/>
          </p:nvSpPr>
          <p:spPr>
            <a:xfrm>
              <a:off x="76200" y="22008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82" name="Google Shape;182;p11"/>
            <p:cNvSpPr/>
            <p:nvPr/>
          </p:nvSpPr>
          <p:spPr>
            <a:xfrm>
              <a:off x="2190677" y="22008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83" name="Google Shape;183;p11"/>
            <p:cNvSpPr/>
            <p:nvPr/>
          </p:nvSpPr>
          <p:spPr>
            <a:xfrm>
              <a:off x="6419630" y="22008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84" name="Google Shape;184;p11"/>
            <p:cNvSpPr/>
            <p:nvPr/>
          </p:nvSpPr>
          <p:spPr>
            <a:xfrm>
              <a:off x="8534106" y="22008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85" name="Google Shape;185;p11"/>
            <p:cNvSpPr/>
            <p:nvPr/>
          </p:nvSpPr>
          <p:spPr>
            <a:xfrm>
              <a:off x="-981075" y="3720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86" name="Google Shape;186;p11"/>
            <p:cNvSpPr/>
            <p:nvPr/>
          </p:nvSpPr>
          <p:spPr>
            <a:xfrm>
              <a:off x="3247878" y="3720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87" name="Google Shape;187;p11"/>
            <p:cNvSpPr/>
            <p:nvPr/>
          </p:nvSpPr>
          <p:spPr>
            <a:xfrm>
              <a:off x="5362355" y="3720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88" name="Google Shape;188;p11"/>
            <p:cNvSpPr/>
            <p:nvPr/>
          </p:nvSpPr>
          <p:spPr>
            <a:xfrm>
              <a:off x="7848601" y="1826900"/>
              <a:ext cx="1371581" cy="1514058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4F008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89" name="Google Shape;189;p11"/>
            <p:cNvSpPr/>
            <p:nvPr/>
          </p:nvSpPr>
          <p:spPr>
            <a:xfrm>
              <a:off x="1448201" y="-78100"/>
              <a:ext cx="1371581" cy="1514058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4F008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90" name="Google Shape;190;p11"/>
            <p:cNvSpPr/>
            <p:nvPr/>
          </p:nvSpPr>
          <p:spPr>
            <a:xfrm>
              <a:off x="-581024" y="3340950"/>
              <a:ext cx="1371581" cy="1514058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4F008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91" name="Google Shape;191;p11"/>
            <p:cNvSpPr/>
            <p:nvPr/>
          </p:nvSpPr>
          <p:spPr>
            <a:xfrm>
              <a:off x="1152450" y="1313601"/>
              <a:ext cx="723479" cy="79862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4F008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92" name="Google Shape;192;p11"/>
            <p:cNvSpPr/>
            <p:nvPr/>
          </p:nvSpPr>
          <p:spPr>
            <a:xfrm>
              <a:off x="7496375" y="3161451"/>
              <a:ext cx="723479" cy="79862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4F008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93" name="Google Shape;193;p11"/>
            <p:cNvSpPr/>
            <p:nvPr/>
          </p:nvSpPr>
          <p:spPr>
            <a:xfrm rot="10800000">
              <a:off x="7744475" y="-9"/>
              <a:ext cx="1027674" cy="752485"/>
            </a:xfrm>
            <a:custGeom>
              <a:avLst/>
              <a:gdLst/>
              <a:ahLst/>
              <a:cxnLst/>
              <a:rect l="l" t="t" r="r" b="b"/>
              <a:pathLst>
                <a:path w="21600" h="21385" extrusionOk="0">
                  <a:moveTo>
                    <a:pt x="21600" y="21385"/>
                  </a:moveTo>
                  <a:lnTo>
                    <a:pt x="21600" y="10472"/>
                  </a:lnTo>
                  <a:cubicBezTo>
                    <a:pt x="21600" y="8748"/>
                    <a:pt x="20920" y="7155"/>
                    <a:pt x="19816" y="6292"/>
                  </a:cubicBezTo>
                  <a:lnTo>
                    <a:pt x="12585" y="647"/>
                  </a:lnTo>
                  <a:cubicBezTo>
                    <a:pt x="11480" y="-215"/>
                    <a:pt x="10120" y="-215"/>
                    <a:pt x="9015" y="647"/>
                  </a:cubicBezTo>
                  <a:lnTo>
                    <a:pt x="1785" y="6292"/>
                  </a:lnTo>
                  <a:cubicBezTo>
                    <a:pt x="680" y="7154"/>
                    <a:pt x="0" y="8748"/>
                    <a:pt x="0" y="10472"/>
                  </a:cubicBezTo>
                  <a:lnTo>
                    <a:pt x="0" y="21385"/>
                  </a:lnTo>
                  <a:close/>
                </a:path>
              </a:pathLst>
            </a:custGeom>
            <a:solidFill>
              <a:srgbClr val="4F008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</p:grp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E8D4E7-4853-4B73-8B8D-54AE3C3FA56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ar-BH"/>
              <a:t>سحر سرکار - تحلیل ویژگی‌های رادیومیکس برای تشخیص عفونت در ریه - شهریور 1400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79100" y="836000"/>
            <a:ext cx="6010500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79100" y="1503550"/>
            <a:ext cx="6010500" cy="28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Catamaran Thin"/>
              <a:buChar char="⬢"/>
              <a:defRPr sz="2400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1pPr>
            <a:lvl2pPr marL="914400" lvl="1" indent="-3302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Catamaran Thin"/>
              <a:buChar char="⬡"/>
              <a:defRPr sz="2400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2pPr>
            <a:lvl3pPr marL="1371600" lvl="2" indent="-3302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tamaran Thin"/>
              <a:buChar char="⬡"/>
              <a:defRPr sz="2400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3pPr>
            <a:lvl4pPr marL="1828800" lvl="3" indent="-3810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Thin"/>
              <a:buChar char="●"/>
              <a:defRPr sz="2400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4pPr>
            <a:lvl5pPr marL="2286000" lvl="4" indent="-3810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Thin"/>
              <a:buChar char="○"/>
              <a:defRPr sz="2400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5pPr>
            <a:lvl6pPr marL="2743200" lvl="5" indent="-3810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Thin"/>
              <a:buChar char="■"/>
              <a:defRPr sz="2400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6pPr>
            <a:lvl7pPr marL="3200400" lvl="6" indent="-3810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Thin"/>
              <a:buChar char="●"/>
              <a:defRPr sz="2400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7pPr>
            <a:lvl8pPr marL="3657600" lvl="7" indent="-3810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Thin"/>
              <a:buChar char="○"/>
              <a:defRPr sz="2400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8pPr>
            <a:lvl9pPr marL="4114800" lvl="8" indent="-381000" rtl="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2400"/>
              <a:buFont typeface="Catamaran Thin"/>
              <a:buChar char="■"/>
              <a:defRPr sz="2400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9pPr>
          </a:lstStyle>
          <a:p>
            <a:endParaRPr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A90FB8A-3238-4276-84B3-B6958A0688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4716" y="4767263"/>
            <a:ext cx="891456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ar-BH"/>
              <a:t>سحر سرکار - تحلیل ویژگی‌های رادیومیکس برای تشخیص عفونت در ریه - شهریور 1400</a:t>
            </a:r>
            <a:endParaRPr lang="en-US"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54" r:id="rId3"/>
    <p:sldLayoutId id="2147483655" r:id="rId4"/>
    <p:sldLayoutId id="2147483657" r:id="rId5"/>
  </p:sldLayoutIdLst>
  <p:transition>
    <p:fade thruBlk="1"/>
  </p:transition>
  <p:hf sldNum="0"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2"/>
          <p:cNvSpPr txBox="1">
            <a:spLocks noGrp="1"/>
          </p:cNvSpPr>
          <p:nvPr>
            <p:ph type="ctrTitle"/>
          </p:nvPr>
        </p:nvSpPr>
        <p:spPr>
          <a:xfrm>
            <a:off x="668442" y="1335312"/>
            <a:ext cx="7807116" cy="3759343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400" dirty="0">
                <a:latin typeface="Vazir" panose="020B0603030804020204" pitchFamily="34" charset="-78"/>
                <a:cs typeface="Vazir" panose="020B0603030804020204" pitchFamily="34" charset="-78"/>
              </a:rPr>
              <a:t>دانشگاه اصفهان</a:t>
            </a:r>
            <a:br>
              <a:rPr lang="en-US" sz="1400" dirty="0">
                <a:latin typeface="Vazir" panose="020B0603030804020204" pitchFamily="34" charset="-78"/>
                <a:cs typeface="Vazir" panose="020B0603030804020204" pitchFamily="34" charset="-78"/>
              </a:rPr>
            </a:br>
            <a:r>
              <a:rPr lang="fa-IR" sz="1400" dirty="0">
                <a:latin typeface="Vazir" panose="020B0603030804020204" pitchFamily="34" charset="-78"/>
                <a:cs typeface="Vazir" panose="020B0603030804020204" pitchFamily="34" charset="-78"/>
              </a:rPr>
              <a:t>دانشکده مهندسی کامپیوتر </a:t>
            </a:r>
            <a:br>
              <a:rPr lang="fa-IR" sz="1400" dirty="0">
                <a:latin typeface="Vazir" panose="020B0603030804020204" pitchFamily="34" charset="-78"/>
                <a:cs typeface="Vazir" panose="020B0603030804020204" pitchFamily="34" charset="-78"/>
              </a:rPr>
            </a:br>
            <a:r>
              <a:rPr lang="fa-IR" sz="1400" dirty="0">
                <a:latin typeface="Vazir" panose="020B0603030804020204" pitchFamily="34" charset="-78"/>
                <a:cs typeface="Vazir" panose="020B0603030804020204" pitchFamily="34" charset="-78"/>
              </a:rPr>
              <a:t>گروه فناوری اطلاعات</a:t>
            </a:r>
            <a:br>
              <a:rPr lang="fa-IR" sz="1400" dirty="0">
                <a:latin typeface="Vazir" panose="020B0603030804020204" pitchFamily="34" charset="-78"/>
                <a:cs typeface="Vazir" panose="020B0603030804020204" pitchFamily="34" charset="-78"/>
              </a:rPr>
            </a:br>
            <a:r>
              <a:rPr lang="fa-IR" sz="1400" dirty="0">
                <a:latin typeface="Vazir" panose="020B0603030804020204" pitchFamily="34" charset="-78"/>
                <a:cs typeface="Vazir" panose="020B0603030804020204" pitchFamily="34" charset="-78"/>
              </a:rPr>
              <a:t>دفاع پروژه کارشناسی</a:t>
            </a:r>
            <a:br>
              <a:rPr lang="fa-IR" sz="1400" dirty="0">
                <a:latin typeface="Vazir" panose="020B0603030804020204" pitchFamily="34" charset="-78"/>
                <a:cs typeface="Vazir" panose="020B0603030804020204" pitchFamily="34" charset="-78"/>
              </a:rPr>
            </a:br>
            <a:br>
              <a:rPr lang="fa-IR" sz="1400" dirty="0">
                <a:latin typeface="Vazir" panose="020B0603030804020204" pitchFamily="34" charset="-78"/>
                <a:cs typeface="Vazir" panose="020B0603030804020204" pitchFamily="34" charset="-78"/>
              </a:rPr>
            </a:br>
            <a:r>
              <a:rPr lang="fa-IR" sz="1400" dirty="0">
                <a:latin typeface="Vazir" panose="020B0603030804020204" pitchFamily="34" charset="-78"/>
                <a:cs typeface="Vazir" panose="020B0603030804020204" pitchFamily="34" charset="-78"/>
              </a:rPr>
              <a:t>تحلیل ویژگی‌های رادیومیکس برای تشخیص عفونت در ریه</a:t>
            </a:r>
            <a:br>
              <a:rPr lang="fa-IR" sz="1400" dirty="0">
                <a:latin typeface="Vazir" panose="020B0603030804020204" pitchFamily="34" charset="-78"/>
                <a:cs typeface="Vazir" panose="020B0603030804020204" pitchFamily="34" charset="-78"/>
              </a:rPr>
            </a:br>
            <a:br>
              <a:rPr lang="fa-IR" sz="1400" dirty="0">
                <a:latin typeface="Vazir" panose="020B0603030804020204" pitchFamily="34" charset="-78"/>
                <a:cs typeface="Vazir" panose="020B0603030804020204" pitchFamily="34" charset="-78"/>
              </a:rPr>
            </a:br>
            <a:r>
              <a:rPr lang="fa-IR" sz="1400" b="0" dirty="0">
                <a:latin typeface="Vazir" panose="020B0603030804020204" pitchFamily="34" charset="-78"/>
                <a:cs typeface="Vazir" panose="020B0603030804020204" pitchFamily="34" charset="-78"/>
              </a:rPr>
              <a:t>ارائه‌دهنده:</a:t>
            </a:r>
            <a:r>
              <a:rPr lang="fa-IR" sz="1400" dirty="0">
                <a:latin typeface="Vazir" panose="020B0603030804020204" pitchFamily="34" charset="-78"/>
                <a:cs typeface="Vazir" panose="020B0603030804020204" pitchFamily="34" charset="-78"/>
              </a:rPr>
              <a:t> سحر سرکار </a:t>
            </a:r>
            <a:br>
              <a:rPr lang="fa-IR" sz="1400" dirty="0">
                <a:latin typeface="Vazir" panose="020B0603030804020204" pitchFamily="34" charset="-78"/>
                <a:cs typeface="Vazir" panose="020B0603030804020204" pitchFamily="34" charset="-78"/>
              </a:rPr>
            </a:br>
            <a:r>
              <a:rPr lang="fa-IR" sz="1400" b="0" dirty="0">
                <a:latin typeface="Vazir" panose="020B0603030804020204" pitchFamily="34" charset="-78"/>
                <a:cs typeface="Vazir" panose="020B0603030804020204" pitchFamily="34" charset="-78"/>
              </a:rPr>
              <a:t>استاد راهنما:</a:t>
            </a:r>
            <a:r>
              <a:rPr lang="fa-IR" sz="1400" dirty="0">
                <a:latin typeface="Vazir" panose="020B0603030804020204" pitchFamily="34" charset="-78"/>
                <a:cs typeface="Vazir" panose="020B0603030804020204" pitchFamily="34" charset="-78"/>
              </a:rPr>
              <a:t> دکتر آزاده محمدی</a:t>
            </a:r>
            <a:br>
              <a:rPr lang="fa-IR" sz="1400" dirty="0">
                <a:latin typeface="Vazir" panose="020B0603030804020204" pitchFamily="34" charset="-78"/>
                <a:cs typeface="Vazir" panose="020B0603030804020204" pitchFamily="34" charset="-78"/>
              </a:rPr>
            </a:br>
            <a:r>
              <a:rPr lang="fa-IR" sz="1400" b="0" dirty="0">
                <a:latin typeface="Vazir" panose="020B0603030804020204" pitchFamily="34" charset="-78"/>
                <a:cs typeface="Vazir" panose="020B0603030804020204" pitchFamily="34" charset="-78"/>
              </a:rPr>
              <a:t>استاد داور:</a:t>
            </a:r>
            <a:r>
              <a:rPr lang="fa-IR" sz="1400" dirty="0">
                <a:latin typeface="Vazir" panose="020B0603030804020204" pitchFamily="34" charset="-78"/>
                <a:cs typeface="Vazir" panose="020B0603030804020204" pitchFamily="34" charset="-78"/>
              </a:rPr>
              <a:t> دکتر سیدفخرالدین نوربهبهانی </a:t>
            </a:r>
            <a:br>
              <a:rPr lang="fa-IR" sz="1400" dirty="0">
                <a:latin typeface="Vazir" panose="020B0603030804020204" pitchFamily="34" charset="-78"/>
                <a:cs typeface="Vazir" panose="020B0603030804020204" pitchFamily="34" charset="-78"/>
              </a:rPr>
            </a:br>
            <a:br>
              <a:rPr lang="fa-IR" sz="1400" dirty="0">
                <a:latin typeface="Vazir" panose="020B0603030804020204" pitchFamily="34" charset="-78"/>
                <a:cs typeface="Vazir" panose="020B0603030804020204" pitchFamily="34" charset="-78"/>
              </a:rPr>
            </a:br>
            <a:r>
              <a:rPr lang="fa-IR" sz="1400" dirty="0">
                <a:latin typeface="Vazir" panose="020B0603030804020204" pitchFamily="34" charset="-78"/>
                <a:cs typeface="Vazir" panose="020B0603030804020204" pitchFamily="34" charset="-78"/>
              </a:rPr>
              <a:t>شهریور </a:t>
            </a:r>
            <a:r>
              <a:rPr lang="fa-IR" sz="1400" dirty="0">
                <a:latin typeface="Vazir FD-WOL" panose="020B0603030804020204" pitchFamily="34" charset="-78"/>
                <a:cs typeface="Vazir FD-WOL" panose="020B0603030804020204" pitchFamily="34" charset="-78"/>
              </a:rPr>
              <a:t>1400</a:t>
            </a:r>
            <a:endParaRPr sz="1400" dirty="0">
              <a:latin typeface="Vazir" panose="020B0603030804020204" pitchFamily="34" charset="-78"/>
              <a:cs typeface="Vazir" panose="020B0603030804020204" pitchFamily="34" charset="-78"/>
            </a:endParaRPr>
          </a:p>
        </p:txBody>
      </p:sp>
      <p:pic>
        <p:nvPicPr>
          <p:cNvPr id="4" name="Picture 3" descr="C:\Users\Farshid\Downloads\oie_transparent (1).gif">
            <a:extLst>
              <a:ext uri="{FF2B5EF4-FFF2-40B4-BE49-F238E27FC236}">
                <a16:creationId xmlns:a16="http://schemas.microsoft.com/office/drawing/2014/main" id="{B7607BB3-1D77-45C3-9728-45AEC16B66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5215" y="281069"/>
            <a:ext cx="913570" cy="847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39"/>
          <p:cNvSpPr txBox="1">
            <a:spLocks noGrp="1"/>
          </p:cNvSpPr>
          <p:nvPr>
            <p:ph type="title"/>
          </p:nvPr>
        </p:nvSpPr>
        <p:spPr>
          <a:xfrm>
            <a:off x="779100" y="836000"/>
            <a:ext cx="6010500" cy="39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 dirty="0">
                <a:latin typeface="Vazir" panose="020B0603030804020204" pitchFamily="34" charset="-78"/>
                <a:cs typeface="Vazir" panose="020B0603030804020204" pitchFamily="34" charset="-78"/>
              </a:rPr>
              <a:t>نقشه راه</a:t>
            </a:r>
            <a:endParaRPr dirty="0">
              <a:latin typeface="Vazir" panose="020B0603030804020204" pitchFamily="34" charset="-78"/>
              <a:cs typeface="Vazir" panose="020B0603030804020204" pitchFamily="34" charset="-78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DB34456-48D6-4389-8CA9-572EEB14B9CD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ar-BH" dirty="0">
                <a:latin typeface="Vazir" panose="020B0603030804020204" pitchFamily="34" charset="-78"/>
                <a:cs typeface="Vazir" panose="020B0603030804020204" pitchFamily="34" charset="-78"/>
              </a:rPr>
              <a:t>سحر سرکار - تحلیل ویژگی‌های رادیومیکس برای تشخیص عفونت در ریه - شهریور </a:t>
            </a:r>
            <a:r>
              <a:rPr lang="ar-BH" dirty="0">
                <a:latin typeface="Vazir FD-WOL" panose="020B0603030804020204" pitchFamily="34" charset="-78"/>
                <a:cs typeface="Vazir FD-WOL" panose="020B0603030804020204" pitchFamily="34" charset="-78"/>
              </a:rPr>
              <a:t>1400</a:t>
            </a:r>
            <a:endParaRPr lang="en-US" dirty="0">
              <a:latin typeface="Vazir FD-WOL" panose="020B0603030804020204" pitchFamily="34" charset="-78"/>
              <a:cs typeface="Vazir FD-WOL" panose="020B0603030804020204" pitchFamily="34" charset="-78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577F8DF-723F-4269-95FC-C24BA9285F20}"/>
              </a:ext>
            </a:extLst>
          </p:cNvPr>
          <p:cNvGrpSpPr/>
          <p:nvPr/>
        </p:nvGrpSpPr>
        <p:grpSpPr>
          <a:xfrm>
            <a:off x="0" y="1308500"/>
            <a:ext cx="9144000" cy="3440900"/>
            <a:chOff x="0" y="1308500"/>
            <a:chExt cx="9144000" cy="3440900"/>
          </a:xfrm>
        </p:grpSpPr>
        <p:sp>
          <p:nvSpPr>
            <p:cNvPr id="594" name="Google Shape;594;p39"/>
            <p:cNvSpPr/>
            <p:nvPr/>
          </p:nvSpPr>
          <p:spPr>
            <a:xfrm>
              <a:off x="0" y="2536120"/>
              <a:ext cx="9144000" cy="1011043"/>
            </a:xfrm>
            <a:custGeom>
              <a:avLst/>
              <a:gdLst/>
              <a:ahLst/>
              <a:cxnLst/>
              <a:rect l="l" t="t" r="r" b="b"/>
              <a:pathLst>
                <a:path w="12192000" h="1348058" extrusionOk="0">
                  <a:moveTo>
                    <a:pt x="12192000" y="0"/>
                  </a:moveTo>
                  <a:lnTo>
                    <a:pt x="10837333" y="0"/>
                  </a:lnTo>
                  <a:cubicBezTo>
                    <a:pt x="10463295" y="0"/>
                    <a:pt x="10160000" y="301773"/>
                    <a:pt x="10160000" y="674029"/>
                  </a:cubicBezTo>
                  <a:lnTo>
                    <a:pt x="10160000" y="674029"/>
                  </a:lnTo>
                  <a:cubicBezTo>
                    <a:pt x="10160000" y="1046281"/>
                    <a:pt x="9856705" y="1348059"/>
                    <a:pt x="9482667" y="1348059"/>
                  </a:cubicBezTo>
                  <a:lnTo>
                    <a:pt x="9482667" y="1348059"/>
                  </a:lnTo>
                  <a:cubicBezTo>
                    <a:pt x="9108581" y="1348059"/>
                    <a:pt x="8805333" y="1046281"/>
                    <a:pt x="8805333" y="674029"/>
                  </a:cubicBezTo>
                  <a:lnTo>
                    <a:pt x="8805333" y="674029"/>
                  </a:lnTo>
                  <a:cubicBezTo>
                    <a:pt x="8805333" y="301773"/>
                    <a:pt x="8502086" y="0"/>
                    <a:pt x="8128000" y="0"/>
                  </a:cubicBezTo>
                  <a:lnTo>
                    <a:pt x="8128000" y="0"/>
                  </a:lnTo>
                  <a:cubicBezTo>
                    <a:pt x="7753915" y="0"/>
                    <a:pt x="7450667" y="301773"/>
                    <a:pt x="7450667" y="674029"/>
                  </a:cubicBezTo>
                  <a:lnTo>
                    <a:pt x="7450667" y="674029"/>
                  </a:lnTo>
                  <a:cubicBezTo>
                    <a:pt x="7450667" y="1046281"/>
                    <a:pt x="7147419" y="1348059"/>
                    <a:pt x="6773334" y="1348059"/>
                  </a:cubicBezTo>
                  <a:lnTo>
                    <a:pt x="6773334" y="1348059"/>
                  </a:lnTo>
                  <a:cubicBezTo>
                    <a:pt x="6399248" y="1348059"/>
                    <a:pt x="6096000" y="1046281"/>
                    <a:pt x="6096000" y="674029"/>
                  </a:cubicBezTo>
                  <a:lnTo>
                    <a:pt x="6096000" y="674029"/>
                  </a:lnTo>
                  <a:cubicBezTo>
                    <a:pt x="6096000" y="301773"/>
                    <a:pt x="5792753" y="0"/>
                    <a:pt x="5418667" y="0"/>
                  </a:cubicBezTo>
                  <a:lnTo>
                    <a:pt x="5418667" y="0"/>
                  </a:lnTo>
                  <a:cubicBezTo>
                    <a:pt x="5044581" y="0"/>
                    <a:pt x="4741334" y="301773"/>
                    <a:pt x="4741334" y="674029"/>
                  </a:cubicBezTo>
                  <a:lnTo>
                    <a:pt x="4741334" y="674029"/>
                  </a:lnTo>
                  <a:cubicBezTo>
                    <a:pt x="4741334" y="1046281"/>
                    <a:pt x="4438076" y="1348059"/>
                    <a:pt x="4064000" y="1348059"/>
                  </a:cubicBezTo>
                  <a:lnTo>
                    <a:pt x="4064000" y="1348059"/>
                  </a:lnTo>
                  <a:cubicBezTo>
                    <a:pt x="3689924" y="1348059"/>
                    <a:pt x="3386667" y="1046281"/>
                    <a:pt x="3386667" y="674029"/>
                  </a:cubicBezTo>
                  <a:lnTo>
                    <a:pt x="3386667" y="674029"/>
                  </a:lnTo>
                  <a:cubicBezTo>
                    <a:pt x="3386667" y="301773"/>
                    <a:pt x="3083410" y="0"/>
                    <a:pt x="2709333" y="0"/>
                  </a:cubicBezTo>
                  <a:lnTo>
                    <a:pt x="2709333" y="0"/>
                  </a:lnTo>
                  <a:cubicBezTo>
                    <a:pt x="2335257" y="0"/>
                    <a:pt x="2032000" y="301773"/>
                    <a:pt x="2032000" y="674029"/>
                  </a:cubicBezTo>
                  <a:lnTo>
                    <a:pt x="2032000" y="674029"/>
                  </a:lnTo>
                  <a:cubicBezTo>
                    <a:pt x="2032000" y="1046281"/>
                    <a:pt x="1728743" y="1348059"/>
                    <a:pt x="1354667" y="1348059"/>
                  </a:cubicBezTo>
                  <a:lnTo>
                    <a:pt x="0" y="1348059"/>
                  </a:lnTo>
                </a:path>
              </a:pathLst>
            </a:custGeom>
            <a:noFill/>
            <a:ln w="228600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Vazir" panose="020B0603030804020204" pitchFamily="34" charset="-78"/>
                <a:ea typeface="Calibri"/>
                <a:cs typeface="Vazir" panose="020B0603030804020204" pitchFamily="34" charset="-78"/>
                <a:sym typeface="Calibri"/>
              </a:endParaRPr>
            </a:p>
          </p:txBody>
        </p:sp>
        <p:sp>
          <p:nvSpPr>
            <p:cNvPr id="595" name="Google Shape;595;p39"/>
            <p:cNvSpPr/>
            <p:nvPr/>
          </p:nvSpPr>
          <p:spPr>
            <a:xfrm>
              <a:off x="0" y="2536120"/>
              <a:ext cx="9144000" cy="1011043"/>
            </a:xfrm>
            <a:custGeom>
              <a:avLst/>
              <a:gdLst/>
              <a:ahLst/>
              <a:cxnLst/>
              <a:rect l="l" t="t" r="r" b="b"/>
              <a:pathLst>
                <a:path w="12192000" h="1348058" extrusionOk="0">
                  <a:moveTo>
                    <a:pt x="12192000" y="0"/>
                  </a:moveTo>
                  <a:lnTo>
                    <a:pt x="10837333" y="0"/>
                  </a:lnTo>
                  <a:cubicBezTo>
                    <a:pt x="10463295" y="0"/>
                    <a:pt x="10160000" y="301773"/>
                    <a:pt x="10160000" y="674029"/>
                  </a:cubicBezTo>
                  <a:lnTo>
                    <a:pt x="10160000" y="674029"/>
                  </a:lnTo>
                  <a:cubicBezTo>
                    <a:pt x="10160000" y="1046281"/>
                    <a:pt x="9856705" y="1348059"/>
                    <a:pt x="9482667" y="1348059"/>
                  </a:cubicBezTo>
                  <a:lnTo>
                    <a:pt x="9482667" y="1348059"/>
                  </a:lnTo>
                  <a:cubicBezTo>
                    <a:pt x="9108581" y="1348059"/>
                    <a:pt x="8805333" y="1046281"/>
                    <a:pt x="8805333" y="674029"/>
                  </a:cubicBezTo>
                  <a:lnTo>
                    <a:pt x="8805333" y="674029"/>
                  </a:lnTo>
                  <a:cubicBezTo>
                    <a:pt x="8805333" y="301773"/>
                    <a:pt x="8502086" y="0"/>
                    <a:pt x="8128000" y="0"/>
                  </a:cubicBezTo>
                  <a:lnTo>
                    <a:pt x="8128000" y="0"/>
                  </a:lnTo>
                  <a:cubicBezTo>
                    <a:pt x="7753915" y="0"/>
                    <a:pt x="7450667" y="301773"/>
                    <a:pt x="7450667" y="674029"/>
                  </a:cubicBezTo>
                  <a:lnTo>
                    <a:pt x="7450667" y="674029"/>
                  </a:lnTo>
                  <a:cubicBezTo>
                    <a:pt x="7450667" y="1046281"/>
                    <a:pt x="7147419" y="1348059"/>
                    <a:pt x="6773334" y="1348059"/>
                  </a:cubicBezTo>
                  <a:lnTo>
                    <a:pt x="6773334" y="1348059"/>
                  </a:lnTo>
                  <a:cubicBezTo>
                    <a:pt x="6399248" y="1348059"/>
                    <a:pt x="6096000" y="1046281"/>
                    <a:pt x="6096000" y="674029"/>
                  </a:cubicBezTo>
                  <a:lnTo>
                    <a:pt x="6096000" y="674029"/>
                  </a:lnTo>
                  <a:cubicBezTo>
                    <a:pt x="6096000" y="301773"/>
                    <a:pt x="5792753" y="0"/>
                    <a:pt x="5418667" y="0"/>
                  </a:cubicBezTo>
                  <a:lnTo>
                    <a:pt x="5418667" y="0"/>
                  </a:lnTo>
                  <a:cubicBezTo>
                    <a:pt x="5044581" y="0"/>
                    <a:pt x="4741334" y="301773"/>
                    <a:pt x="4741334" y="674029"/>
                  </a:cubicBezTo>
                  <a:lnTo>
                    <a:pt x="4741334" y="674029"/>
                  </a:lnTo>
                  <a:cubicBezTo>
                    <a:pt x="4741334" y="1046281"/>
                    <a:pt x="4438076" y="1348059"/>
                    <a:pt x="4064000" y="1348059"/>
                  </a:cubicBezTo>
                  <a:lnTo>
                    <a:pt x="4064000" y="1348059"/>
                  </a:lnTo>
                  <a:cubicBezTo>
                    <a:pt x="3689924" y="1348059"/>
                    <a:pt x="3386667" y="1046281"/>
                    <a:pt x="3386667" y="674029"/>
                  </a:cubicBezTo>
                  <a:lnTo>
                    <a:pt x="3386667" y="674029"/>
                  </a:lnTo>
                  <a:cubicBezTo>
                    <a:pt x="3386667" y="301773"/>
                    <a:pt x="3083410" y="0"/>
                    <a:pt x="2709333" y="0"/>
                  </a:cubicBezTo>
                  <a:lnTo>
                    <a:pt x="2709333" y="0"/>
                  </a:lnTo>
                  <a:cubicBezTo>
                    <a:pt x="2335257" y="0"/>
                    <a:pt x="2032000" y="301773"/>
                    <a:pt x="2032000" y="674029"/>
                  </a:cubicBezTo>
                  <a:lnTo>
                    <a:pt x="2032000" y="674029"/>
                  </a:lnTo>
                  <a:cubicBezTo>
                    <a:pt x="2032000" y="1046281"/>
                    <a:pt x="1728743" y="1348059"/>
                    <a:pt x="1354667" y="1348059"/>
                  </a:cubicBezTo>
                  <a:lnTo>
                    <a:pt x="0" y="1348059"/>
                  </a:lnTo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dash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Vazir" panose="020B0603030804020204" pitchFamily="34" charset="-78"/>
                <a:ea typeface="Calibri"/>
                <a:cs typeface="Vazir" panose="020B0603030804020204" pitchFamily="34" charset="-78"/>
                <a:sym typeface="Calibri"/>
              </a:endParaRPr>
            </a:p>
          </p:txBody>
        </p:sp>
        <p:grpSp>
          <p:nvGrpSpPr>
            <p:cNvPr id="596" name="Google Shape;596;p39"/>
            <p:cNvGrpSpPr/>
            <p:nvPr/>
          </p:nvGrpSpPr>
          <p:grpSpPr>
            <a:xfrm>
              <a:off x="1786339" y="1855801"/>
              <a:ext cx="473400" cy="473400"/>
              <a:chOff x="1786339" y="1703401"/>
              <a:chExt cx="473400" cy="473400"/>
            </a:xfrm>
          </p:grpSpPr>
          <p:sp>
            <p:nvSpPr>
              <p:cNvPr id="597" name="Google Shape;597;p39"/>
              <p:cNvSpPr/>
              <p:nvPr/>
            </p:nvSpPr>
            <p:spPr>
              <a:xfrm rot="8100000">
                <a:off x="1855667" y="1772729"/>
                <a:ext cx="334744" cy="334744"/>
              </a:xfrm>
              <a:prstGeom prst="teardrop">
                <a:avLst>
                  <a:gd name="adj" fmla="val 100000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  <a:latin typeface="Vazir" panose="020B0603030804020204" pitchFamily="34" charset="-78"/>
                  <a:ea typeface="Catamaran"/>
                  <a:cs typeface="Vazir" panose="020B0603030804020204" pitchFamily="34" charset="-78"/>
                  <a:sym typeface="Catamaran"/>
                </a:endParaRPr>
              </a:p>
            </p:txBody>
          </p:sp>
          <p:sp>
            <p:nvSpPr>
              <p:cNvPr id="598" name="Google Shape;598;p39"/>
              <p:cNvSpPr/>
              <p:nvPr/>
            </p:nvSpPr>
            <p:spPr>
              <a:xfrm>
                <a:off x="1955989" y="1866499"/>
                <a:ext cx="134100" cy="1341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00">
                    <a:solidFill>
                      <a:schemeClr val="dk1"/>
                    </a:solidFill>
                    <a:latin typeface="Vazir" panose="020B0603030804020204" pitchFamily="34" charset="-78"/>
                    <a:ea typeface="Catamaran"/>
                    <a:cs typeface="Vazir" panose="020B0603030804020204" pitchFamily="34" charset="-78"/>
                    <a:sym typeface="Catamaran"/>
                  </a:rPr>
                  <a:t>1</a:t>
                </a:r>
                <a:endParaRPr sz="600">
                  <a:solidFill>
                    <a:schemeClr val="dk1"/>
                  </a:solidFill>
                  <a:latin typeface="Vazir" panose="020B0603030804020204" pitchFamily="34" charset="-78"/>
                  <a:ea typeface="Catamaran"/>
                  <a:cs typeface="Vazir" panose="020B0603030804020204" pitchFamily="34" charset="-78"/>
                  <a:sym typeface="Catamaran"/>
                </a:endParaRPr>
              </a:p>
            </p:txBody>
          </p:sp>
        </p:grpSp>
        <p:grpSp>
          <p:nvGrpSpPr>
            <p:cNvPr id="599" name="Google Shape;599;p39"/>
            <p:cNvGrpSpPr/>
            <p:nvPr/>
          </p:nvGrpSpPr>
          <p:grpSpPr>
            <a:xfrm>
              <a:off x="3814414" y="1855801"/>
              <a:ext cx="473400" cy="473400"/>
              <a:chOff x="3814414" y="1703401"/>
              <a:chExt cx="473400" cy="473400"/>
            </a:xfrm>
          </p:grpSpPr>
          <p:sp>
            <p:nvSpPr>
              <p:cNvPr id="600" name="Google Shape;600;p39"/>
              <p:cNvSpPr/>
              <p:nvPr/>
            </p:nvSpPr>
            <p:spPr>
              <a:xfrm rot="8100000">
                <a:off x="3883742" y="1772729"/>
                <a:ext cx="334744" cy="334744"/>
              </a:xfrm>
              <a:prstGeom prst="teardrop">
                <a:avLst>
                  <a:gd name="adj" fmla="val 100000"/>
                </a:avLst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  <a:latin typeface="Vazir" panose="020B0603030804020204" pitchFamily="34" charset="-78"/>
                  <a:ea typeface="Catamaran"/>
                  <a:cs typeface="Vazir" panose="020B0603030804020204" pitchFamily="34" charset="-78"/>
                  <a:sym typeface="Catamaran"/>
                </a:endParaRPr>
              </a:p>
            </p:txBody>
          </p:sp>
          <p:sp>
            <p:nvSpPr>
              <p:cNvPr id="601" name="Google Shape;601;p39"/>
              <p:cNvSpPr/>
              <p:nvPr/>
            </p:nvSpPr>
            <p:spPr>
              <a:xfrm>
                <a:off x="3984064" y="1866499"/>
                <a:ext cx="134100" cy="1341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00">
                    <a:solidFill>
                      <a:schemeClr val="dk1"/>
                    </a:solidFill>
                    <a:latin typeface="Vazir" panose="020B0603030804020204" pitchFamily="34" charset="-78"/>
                    <a:ea typeface="Catamaran"/>
                    <a:cs typeface="Vazir" panose="020B0603030804020204" pitchFamily="34" charset="-78"/>
                    <a:sym typeface="Catamaran"/>
                  </a:rPr>
                  <a:t>3</a:t>
                </a:r>
                <a:endParaRPr sz="600">
                  <a:solidFill>
                    <a:schemeClr val="dk1"/>
                  </a:solidFill>
                  <a:latin typeface="Vazir" panose="020B0603030804020204" pitchFamily="34" charset="-78"/>
                  <a:ea typeface="Catamaran"/>
                  <a:cs typeface="Vazir" panose="020B0603030804020204" pitchFamily="34" charset="-78"/>
                  <a:sym typeface="Catamaran"/>
                </a:endParaRPr>
              </a:p>
            </p:txBody>
          </p:sp>
        </p:grpSp>
        <p:grpSp>
          <p:nvGrpSpPr>
            <p:cNvPr id="602" name="Google Shape;602;p39"/>
            <p:cNvGrpSpPr/>
            <p:nvPr/>
          </p:nvGrpSpPr>
          <p:grpSpPr>
            <a:xfrm>
              <a:off x="5842489" y="1855801"/>
              <a:ext cx="473400" cy="473400"/>
              <a:chOff x="5842489" y="1703401"/>
              <a:chExt cx="473400" cy="473400"/>
            </a:xfrm>
          </p:grpSpPr>
          <p:sp>
            <p:nvSpPr>
              <p:cNvPr id="603" name="Google Shape;603;p39"/>
              <p:cNvSpPr/>
              <p:nvPr/>
            </p:nvSpPr>
            <p:spPr>
              <a:xfrm rot="8100000">
                <a:off x="5911817" y="1772729"/>
                <a:ext cx="334744" cy="334744"/>
              </a:xfrm>
              <a:prstGeom prst="teardrop">
                <a:avLst>
                  <a:gd name="adj" fmla="val 100000"/>
                </a:avLst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  <a:latin typeface="Vazir" panose="020B0603030804020204" pitchFamily="34" charset="-78"/>
                  <a:ea typeface="Catamaran"/>
                  <a:cs typeface="Vazir" panose="020B0603030804020204" pitchFamily="34" charset="-78"/>
                  <a:sym typeface="Catamaran"/>
                </a:endParaRPr>
              </a:p>
            </p:txBody>
          </p:sp>
          <p:sp>
            <p:nvSpPr>
              <p:cNvPr id="604" name="Google Shape;604;p39"/>
              <p:cNvSpPr/>
              <p:nvPr/>
            </p:nvSpPr>
            <p:spPr>
              <a:xfrm>
                <a:off x="6012139" y="1866499"/>
                <a:ext cx="134100" cy="1341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fa-IR" sz="600" dirty="0">
                    <a:solidFill>
                      <a:schemeClr val="dk1"/>
                    </a:solidFill>
                    <a:latin typeface="Vazir" panose="020B0603030804020204" pitchFamily="34" charset="-78"/>
                    <a:ea typeface="Catamaran"/>
                    <a:cs typeface="Vazir" panose="020B0603030804020204" pitchFamily="34" charset="-78"/>
                    <a:sym typeface="Catamaran"/>
                  </a:rPr>
                  <a:t>2</a:t>
                </a:r>
                <a:endParaRPr sz="600" dirty="0">
                  <a:solidFill>
                    <a:schemeClr val="dk1"/>
                  </a:solidFill>
                  <a:latin typeface="Vazir" panose="020B0603030804020204" pitchFamily="34" charset="-78"/>
                  <a:ea typeface="Catamaran"/>
                  <a:cs typeface="Vazir" panose="020B0603030804020204" pitchFamily="34" charset="-78"/>
                  <a:sym typeface="Catamaran"/>
                </a:endParaRPr>
              </a:p>
            </p:txBody>
          </p:sp>
        </p:grpSp>
        <p:grpSp>
          <p:nvGrpSpPr>
            <p:cNvPr id="605" name="Google Shape;605;p39"/>
            <p:cNvGrpSpPr/>
            <p:nvPr/>
          </p:nvGrpSpPr>
          <p:grpSpPr>
            <a:xfrm>
              <a:off x="6880814" y="3728700"/>
              <a:ext cx="473400" cy="473400"/>
              <a:chOff x="6880814" y="3576300"/>
              <a:chExt cx="473400" cy="473400"/>
            </a:xfrm>
          </p:grpSpPr>
          <p:sp>
            <p:nvSpPr>
              <p:cNvPr id="606" name="Google Shape;606;p39"/>
              <p:cNvSpPr/>
              <p:nvPr/>
            </p:nvSpPr>
            <p:spPr>
              <a:xfrm rot="-2700000">
                <a:off x="6950142" y="3645628"/>
                <a:ext cx="334744" cy="334744"/>
              </a:xfrm>
              <a:prstGeom prst="teardrop">
                <a:avLst>
                  <a:gd name="adj" fmla="val 100000"/>
                </a:avLst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Vazir FD-WOL" panose="020B0603030804020204" pitchFamily="34" charset="-78"/>
                  <a:ea typeface="Catamaran"/>
                  <a:cs typeface="Vazir FD-WOL" panose="020B0603030804020204" pitchFamily="34" charset="-78"/>
                  <a:sym typeface="Catamaran"/>
                </a:endParaRPr>
              </a:p>
            </p:txBody>
          </p:sp>
          <p:sp>
            <p:nvSpPr>
              <p:cNvPr id="607" name="Google Shape;607;p39"/>
              <p:cNvSpPr/>
              <p:nvPr/>
            </p:nvSpPr>
            <p:spPr>
              <a:xfrm flipH="1">
                <a:off x="7050464" y="3752502"/>
                <a:ext cx="134100" cy="1341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fa-IR" sz="800" dirty="0">
                    <a:solidFill>
                      <a:schemeClr val="dk1"/>
                    </a:solidFill>
                    <a:latin typeface="Vazir FD-WOL" panose="020B0603030804020204" pitchFamily="34" charset="-78"/>
                    <a:ea typeface="Catamaran"/>
                    <a:cs typeface="Vazir FD-WOL" panose="020B0603030804020204" pitchFamily="34" charset="-78"/>
                    <a:sym typeface="Catamaran"/>
                  </a:rPr>
                  <a:t>1</a:t>
                </a:r>
                <a:endParaRPr sz="800" dirty="0">
                  <a:solidFill>
                    <a:schemeClr val="dk1"/>
                  </a:solidFill>
                  <a:latin typeface="Vazir FD-WOL" panose="020B0603030804020204" pitchFamily="34" charset="-78"/>
                  <a:ea typeface="Catamaran"/>
                  <a:cs typeface="Vazir FD-WOL" panose="020B0603030804020204" pitchFamily="34" charset="-78"/>
                  <a:sym typeface="Catamaran"/>
                </a:endParaRPr>
              </a:p>
            </p:txBody>
          </p:sp>
        </p:grpSp>
        <p:grpSp>
          <p:nvGrpSpPr>
            <p:cNvPr id="608" name="Google Shape;608;p39"/>
            <p:cNvGrpSpPr/>
            <p:nvPr/>
          </p:nvGrpSpPr>
          <p:grpSpPr>
            <a:xfrm>
              <a:off x="4852739" y="3728700"/>
              <a:ext cx="473400" cy="473400"/>
              <a:chOff x="4852739" y="3576300"/>
              <a:chExt cx="473400" cy="473400"/>
            </a:xfrm>
          </p:grpSpPr>
          <p:sp>
            <p:nvSpPr>
              <p:cNvPr id="609" name="Google Shape;609;p39"/>
              <p:cNvSpPr/>
              <p:nvPr/>
            </p:nvSpPr>
            <p:spPr>
              <a:xfrm rot="-2700000">
                <a:off x="4922067" y="3645628"/>
                <a:ext cx="334744" cy="334744"/>
              </a:xfrm>
              <a:prstGeom prst="teardrop">
                <a:avLst>
                  <a:gd name="adj" fmla="val 100000"/>
                </a:avLst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  <a:latin typeface="Vazir" panose="020B0603030804020204" pitchFamily="34" charset="-78"/>
                  <a:ea typeface="Catamaran"/>
                  <a:cs typeface="Vazir" panose="020B0603030804020204" pitchFamily="34" charset="-78"/>
                  <a:sym typeface="Catamaran"/>
                </a:endParaRPr>
              </a:p>
            </p:txBody>
          </p:sp>
          <p:sp>
            <p:nvSpPr>
              <p:cNvPr id="610" name="Google Shape;610;p39"/>
              <p:cNvSpPr/>
              <p:nvPr/>
            </p:nvSpPr>
            <p:spPr>
              <a:xfrm flipH="1">
                <a:off x="5022389" y="3752502"/>
                <a:ext cx="134100" cy="1341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00">
                    <a:solidFill>
                      <a:schemeClr val="dk1"/>
                    </a:solidFill>
                    <a:latin typeface="Vazir" panose="020B0603030804020204" pitchFamily="34" charset="-78"/>
                    <a:ea typeface="Catamaran"/>
                    <a:cs typeface="Vazir" panose="020B0603030804020204" pitchFamily="34" charset="-78"/>
                    <a:sym typeface="Catamaran"/>
                  </a:rPr>
                  <a:t>4</a:t>
                </a:r>
                <a:endParaRPr sz="600">
                  <a:solidFill>
                    <a:schemeClr val="dk1"/>
                  </a:solidFill>
                  <a:latin typeface="Vazir" panose="020B0603030804020204" pitchFamily="34" charset="-78"/>
                  <a:ea typeface="Catamaran"/>
                  <a:cs typeface="Vazir" panose="020B0603030804020204" pitchFamily="34" charset="-78"/>
                  <a:sym typeface="Catamaran"/>
                </a:endParaRPr>
              </a:p>
            </p:txBody>
          </p:sp>
        </p:grpSp>
        <p:grpSp>
          <p:nvGrpSpPr>
            <p:cNvPr id="611" name="Google Shape;611;p39"/>
            <p:cNvGrpSpPr/>
            <p:nvPr/>
          </p:nvGrpSpPr>
          <p:grpSpPr>
            <a:xfrm>
              <a:off x="2824664" y="3728700"/>
              <a:ext cx="473400" cy="473400"/>
              <a:chOff x="2824664" y="3576300"/>
              <a:chExt cx="473400" cy="473400"/>
            </a:xfrm>
          </p:grpSpPr>
          <p:sp>
            <p:nvSpPr>
              <p:cNvPr id="612" name="Google Shape;612;p39"/>
              <p:cNvSpPr/>
              <p:nvPr/>
            </p:nvSpPr>
            <p:spPr>
              <a:xfrm rot="-2700000">
                <a:off x="2893992" y="3645628"/>
                <a:ext cx="334744" cy="334744"/>
              </a:xfrm>
              <a:prstGeom prst="teardrop">
                <a:avLst>
                  <a:gd name="adj" fmla="val 100000"/>
                </a:avLst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  <a:latin typeface="Vazir" panose="020B0603030804020204" pitchFamily="34" charset="-78"/>
                  <a:ea typeface="Catamaran"/>
                  <a:cs typeface="Vazir" panose="020B0603030804020204" pitchFamily="34" charset="-78"/>
                  <a:sym typeface="Catamaran"/>
                </a:endParaRPr>
              </a:p>
            </p:txBody>
          </p:sp>
          <p:sp>
            <p:nvSpPr>
              <p:cNvPr id="613" name="Google Shape;613;p39"/>
              <p:cNvSpPr/>
              <p:nvPr/>
            </p:nvSpPr>
            <p:spPr>
              <a:xfrm flipH="1">
                <a:off x="2994314" y="3752502"/>
                <a:ext cx="134100" cy="1341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00">
                    <a:solidFill>
                      <a:schemeClr val="dk1"/>
                    </a:solidFill>
                    <a:latin typeface="Vazir" panose="020B0603030804020204" pitchFamily="34" charset="-78"/>
                    <a:ea typeface="Catamaran"/>
                    <a:cs typeface="Vazir" panose="020B0603030804020204" pitchFamily="34" charset="-78"/>
                    <a:sym typeface="Catamaran"/>
                  </a:rPr>
                  <a:t>2</a:t>
                </a:r>
                <a:endParaRPr sz="600">
                  <a:solidFill>
                    <a:schemeClr val="dk1"/>
                  </a:solidFill>
                  <a:latin typeface="Vazir" panose="020B0603030804020204" pitchFamily="34" charset="-78"/>
                  <a:ea typeface="Catamaran"/>
                  <a:cs typeface="Vazir" panose="020B0603030804020204" pitchFamily="34" charset="-78"/>
                  <a:sym typeface="Catamaran"/>
                </a:endParaRPr>
              </a:p>
            </p:txBody>
          </p:sp>
        </p:grpSp>
        <p:sp>
          <p:nvSpPr>
            <p:cNvPr id="614" name="Google Shape;614;p39"/>
            <p:cNvSpPr txBox="1"/>
            <p:nvPr/>
          </p:nvSpPr>
          <p:spPr>
            <a:xfrm>
              <a:off x="1379850" y="1308500"/>
              <a:ext cx="12864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a-IR" sz="1100" dirty="0">
                  <a:solidFill>
                    <a:schemeClr val="dk1"/>
                  </a:solidFill>
                  <a:latin typeface="Vazir" panose="020B0603030804020204" pitchFamily="34" charset="-78"/>
                  <a:ea typeface="Catamaran"/>
                  <a:cs typeface="Vazir" panose="020B0603030804020204" pitchFamily="34" charset="-78"/>
                  <a:sym typeface="Catamaran"/>
                </a:rPr>
                <a:t>پاسخگویی به سؤالات</a:t>
              </a:r>
              <a:endParaRPr sz="1100" dirty="0">
                <a:solidFill>
                  <a:schemeClr val="dk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endParaRPr>
            </a:p>
          </p:txBody>
        </p:sp>
        <p:sp>
          <p:nvSpPr>
            <p:cNvPr id="615" name="Google Shape;615;p39"/>
            <p:cNvSpPr txBox="1"/>
            <p:nvPr/>
          </p:nvSpPr>
          <p:spPr>
            <a:xfrm>
              <a:off x="3377205" y="1308500"/>
              <a:ext cx="12864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a-IR" sz="1100" dirty="0">
                  <a:solidFill>
                    <a:schemeClr val="dk1"/>
                  </a:solidFill>
                  <a:latin typeface="Vazir" panose="020B0603030804020204" pitchFamily="34" charset="-78"/>
                  <a:ea typeface="Catamaran"/>
                  <a:cs typeface="Vazir" panose="020B0603030804020204" pitchFamily="34" charset="-78"/>
                  <a:sym typeface="Catamaran"/>
                </a:rPr>
                <a:t>نتایج</a:t>
              </a:r>
              <a:endParaRPr sz="1100" dirty="0">
                <a:solidFill>
                  <a:schemeClr val="dk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endParaRPr>
            </a:p>
          </p:txBody>
        </p:sp>
        <p:sp>
          <p:nvSpPr>
            <p:cNvPr id="616" name="Google Shape;616;p39"/>
            <p:cNvSpPr txBox="1"/>
            <p:nvPr/>
          </p:nvSpPr>
          <p:spPr>
            <a:xfrm>
              <a:off x="5436010" y="1308500"/>
              <a:ext cx="12864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a-IR" sz="1100" dirty="0">
                  <a:solidFill>
                    <a:schemeClr val="dk1"/>
                  </a:solidFill>
                  <a:latin typeface="Vazir" panose="020B0603030804020204" pitchFamily="34" charset="-78"/>
                  <a:ea typeface="Catamaran"/>
                  <a:cs typeface="Vazir" panose="020B0603030804020204" pitchFamily="34" charset="-78"/>
                  <a:sym typeface="Catamaran"/>
                </a:rPr>
                <a:t>مفاهیم</a:t>
              </a:r>
              <a:endParaRPr sz="1100" dirty="0">
                <a:solidFill>
                  <a:schemeClr val="dk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endParaRPr>
            </a:p>
          </p:txBody>
        </p:sp>
        <p:sp>
          <p:nvSpPr>
            <p:cNvPr id="617" name="Google Shape;617;p39"/>
            <p:cNvSpPr txBox="1"/>
            <p:nvPr/>
          </p:nvSpPr>
          <p:spPr>
            <a:xfrm>
              <a:off x="2418175" y="4216000"/>
              <a:ext cx="12864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a-IR" sz="1100" dirty="0">
                  <a:solidFill>
                    <a:schemeClr val="dk1"/>
                  </a:solidFill>
                  <a:latin typeface="Vazir" panose="020B0603030804020204" pitchFamily="34" charset="-78"/>
                  <a:ea typeface="Catamaran"/>
                  <a:cs typeface="Vazir" panose="020B0603030804020204" pitchFamily="34" charset="-78"/>
                  <a:sym typeface="Catamaran"/>
                </a:rPr>
                <a:t>جمع‌بندی و پیشنهادات</a:t>
              </a:r>
              <a:endParaRPr sz="1100" dirty="0">
                <a:solidFill>
                  <a:schemeClr val="dk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endParaRPr>
            </a:p>
          </p:txBody>
        </p:sp>
        <p:sp>
          <p:nvSpPr>
            <p:cNvPr id="618" name="Google Shape;618;p39"/>
            <p:cNvSpPr txBox="1"/>
            <p:nvPr/>
          </p:nvSpPr>
          <p:spPr>
            <a:xfrm>
              <a:off x="4446255" y="4216000"/>
              <a:ext cx="12864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a-IR" sz="1100" dirty="0">
                  <a:solidFill>
                    <a:schemeClr val="dk1"/>
                  </a:solidFill>
                  <a:latin typeface="Vazir" panose="020B0603030804020204" pitchFamily="34" charset="-78"/>
                  <a:ea typeface="Catamaran"/>
                  <a:cs typeface="Vazir" panose="020B0603030804020204" pitchFamily="34" charset="-78"/>
                  <a:sym typeface="Catamaran"/>
                </a:rPr>
                <a:t>روش پیشنهادی</a:t>
              </a:r>
              <a:endParaRPr sz="1100" dirty="0">
                <a:solidFill>
                  <a:schemeClr val="dk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endParaRPr>
            </a:p>
          </p:txBody>
        </p:sp>
        <p:sp>
          <p:nvSpPr>
            <p:cNvPr id="619" name="Google Shape;619;p39"/>
            <p:cNvSpPr txBox="1"/>
            <p:nvPr/>
          </p:nvSpPr>
          <p:spPr>
            <a:xfrm>
              <a:off x="6474335" y="4216000"/>
              <a:ext cx="12864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a-IR" sz="1100" dirty="0">
                  <a:solidFill>
                    <a:schemeClr val="dk1"/>
                  </a:solidFill>
                  <a:latin typeface="Vazir" panose="020B0603030804020204" pitchFamily="34" charset="-78"/>
                  <a:ea typeface="Catamaran"/>
                  <a:cs typeface="Vazir" panose="020B0603030804020204" pitchFamily="34" charset="-78"/>
                  <a:sym typeface="Catamaran"/>
                </a:rPr>
                <a:t>مقدمه و بیان مسئله</a:t>
              </a:r>
              <a:endParaRPr sz="1100" dirty="0">
                <a:solidFill>
                  <a:schemeClr val="dk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endParaRPr>
            </a:p>
          </p:txBody>
        </p:sp>
        <p:grpSp>
          <p:nvGrpSpPr>
            <p:cNvPr id="36" name="Google Shape;596;p39">
              <a:extLst>
                <a:ext uri="{FF2B5EF4-FFF2-40B4-BE49-F238E27FC236}">
                  <a16:creationId xmlns:a16="http://schemas.microsoft.com/office/drawing/2014/main" id="{D5D83D3E-E141-4647-85AA-C307594CB52D}"/>
                </a:ext>
              </a:extLst>
            </p:cNvPr>
            <p:cNvGrpSpPr/>
            <p:nvPr/>
          </p:nvGrpSpPr>
          <p:grpSpPr>
            <a:xfrm>
              <a:off x="1859114" y="1924061"/>
              <a:ext cx="334744" cy="334744"/>
              <a:chOff x="1855667" y="1772729"/>
              <a:chExt cx="334744" cy="334744"/>
            </a:xfrm>
          </p:grpSpPr>
          <p:sp>
            <p:nvSpPr>
              <p:cNvPr id="37" name="Google Shape;597;p39">
                <a:extLst>
                  <a:ext uri="{FF2B5EF4-FFF2-40B4-BE49-F238E27FC236}">
                    <a16:creationId xmlns:a16="http://schemas.microsoft.com/office/drawing/2014/main" id="{268FB768-24A0-4147-AA28-9334782258E0}"/>
                  </a:ext>
                </a:extLst>
              </p:cNvPr>
              <p:cNvSpPr/>
              <p:nvPr/>
            </p:nvSpPr>
            <p:spPr>
              <a:xfrm rot="8100000">
                <a:off x="1855667" y="1772729"/>
                <a:ext cx="334744" cy="334744"/>
              </a:xfrm>
              <a:prstGeom prst="teardrop">
                <a:avLst>
                  <a:gd name="adj" fmla="val 100000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Vazir FD-WOL" panose="020B0603030804020204" pitchFamily="34" charset="-78"/>
                  <a:ea typeface="Catamaran"/>
                  <a:cs typeface="Vazir FD-WOL" panose="020B0603030804020204" pitchFamily="34" charset="-78"/>
                  <a:sym typeface="Catamaran"/>
                </a:endParaRPr>
              </a:p>
            </p:txBody>
          </p:sp>
          <p:sp>
            <p:nvSpPr>
              <p:cNvPr id="38" name="Google Shape;598;p39">
                <a:extLst>
                  <a:ext uri="{FF2B5EF4-FFF2-40B4-BE49-F238E27FC236}">
                    <a16:creationId xmlns:a16="http://schemas.microsoft.com/office/drawing/2014/main" id="{911DE15D-306F-4171-958B-3A1DE8D5FC56}"/>
                  </a:ext>
                </a:extLst>
              </p:cNvPr>
              <p:cNvSpPr/>
              <p:nvPr/>
            </p:nvSpPr>
            <p:spPr>
              <a:xfrm>
                <a:off x="1955989" y="1866499"/>
                <a:ext cx="134100" cy="1341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 dirty="0">
                    <a:solidFill>
                      <a:schemeClr val="dk1"/>
                    </a:solidFill>
                    <a:latin typeface="Vazir FD-WOL" panose="020B0603030804020204" pitchFamily="34" charset="-78"/>
                    <a:ea typeface="Catamaran"/>
                    <a:cs typeface="Vazir FD-WOL" panose="020B0603030804020204" pitchFamily="34" charset="-78"/>
                    <a:sym typeface="Catamaran"/>
                  </a:rPr>
                  <a:t>6</a:t>
                </a:r>
                <a:endParaRPr sz="800" dirty="0">
                  <a:solidFill>
                    <a:schemeClr val="dk1"/>
                  </a:solidFill>
                  <a:latin typeface="Vazir FD-WOL" panose="020B0603030804020204" pitchFamily="34" charset="-78"/>
                  <a:ea typeface="Catamaran"/>
                  <a:cs typeface="Vazir FD-WOL" panose="020B0603030804020204" pitchFamily="34" charset="-78"/>
                  <a:sym typeface="Catamaran"/>
                </a:endParaRPr>
              </a:p>
            </p:txBody>
          </p:sp>
        </p:grpSp>
        <p:grpSp>
          <p:nvGrpSpPr>
            <p:cNvPr id="39" name="Google Shape;599;p39">
              <a:extLst>
                <a:ext uri="{FF2B5EF4-FFF2-40B4-BE49-F238E27FC236}">
                  <a16:creationId xmlns:a16="http://schemas.microsoft.com/office/drawing/2014/main" id="{3066E708-A580-457C-B42B-E85EDCD4A7BA}"/>
                </a:ext>
              </a:extLst>
            </p:cNvPr>
            <p:cNvGrpSpPr/>
            <p:nvPr/>
          </p:nvGrpSpPr>
          <p:grpSpPr>
            <a:xfrm>
              <a:off x="3817861" y="1854733"/>
              <a:ext cx="473400" cy="473400"/>
              <a:chOff x="3814414" y="1703401"/>
              <a:chExt cx="473400" cy="473400"/>
            </a:xfrm>
          </p:grpSpPr>
          <p:sp>
            <p:nvSpPr>
              <p:cNvPr id="40" name="Google Shape;600;p39">
                <a:extLst>
                  <a:ext uri="{FF2B5EF4-FFF2-40B4-BE49-F238E27FC236}">
                    <a16:creationId xmlns:a16="http://schemas.microsoft.com/office/drawing/2014/main" id="{79E53782-6504-42E3-AE63-06E7AFEBEB70}"/>
                  </a:ext>
                </a:extLst>
              </p:cNvPr>
              <p:cNvSpPr/>
              <p:nvPr/>
            </p:nvSpPr>
            <p:spPr>
              <a:xfrm rot="8100000">
                <a:off x="3883742" y="1772729"/>
                <a:ext cx="334744" cy="334744"/>
              </a:xfrm>
              <a:prstGeom prst="teardrop">
                <a:avLst>
                  <a:gd name="adj" fmla="val 100000"/>
                </a:avLst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Vazir FD-WOL" panose="020B0603030804020204" pitchFamily="34" charset="-78"/>
                  <a:ea typeface="Catamaran"/>
                  <a:cs typeface="Vazir FD-WOL" panose="020B0603030804020204" pitchFamily="34" charset="-78"/>
                  <a:sym typeface="Catamaran"/>
                </a:endParaRPr>
              </a:p>
            </p:txBody>
          </p:sp>
          <p:sp>
            <p:nvSpPr>
              <p:cNvPr id="41" name="Google Shape;601;p39">
                <a:extLst>
                  <a:ext uri="{FF2B5EF4-FFF2-40B4-BE49-F238E27FC236}">
                    <a16:creationId xmlns:a16="http://schemas.microsoft.com/office/drawing/2014/main" id="{BB522F3E-DFFC-464A-A1AB-EFB6194719CF}"/>
                  </a:ext>
                </a:extLst>
              </p:cNvPr>
              <p:cNvSpPr/>
              <p:nvPr/>
            </p:nvSpPr>
            <p:spPr>
              <a:xfrm>
                <a:off x="3984064" y="1866499"/>
                <a:ext cx="134100" cy="1341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 dirty="0">
                    <a:solidFill>
                      <a:schemeClr val="dk1"/>
                    </a:solidFill>
                    <a:latin typeface="Vazir FD-WOL" panose="020B0603030804020204" pitchFamily="34" charset="-78"/>
                    <a:ea typeface="Catamaran"/>
                    <a:cs typeface="Vazir FD-WOL" panose="020B0603030804020204" pitchFamily="34" charset="-78"/>
                    <a:sym typeface="Catamaran"/>
                  </a:rPr>
                  <a:t>4</a:t>
                </a:r>
                <a:endParaRPr sz="800" dirty="0">
                  <a:solidFill>
                    <a:schemeClr val="dk1"/>
                  </a:solidFill>
                  <a:latin typeface="Vazir FD-WOL" panose="020B0603030804020204" pitchFamily="34" charset="-78"/>
                  <a:ea typeface="Catamaran"/>
                  <a:cs typeface="Vazir FD-WOL" panose="020B0603030804020204" pitchFamily="34" charset="-78"/>
                  <a:sym typeface="Catamaran"/>
                </a:endParaRPr>
              </a:p>
            </p:txBody>
          </p:sp>
        </p:grpSp>
        <p:grpSp>
          <p:nvGrpSpPr>
            <p:cNvPr id="42" name="Google Shape;602;p39">
              <a:extLst>
                <a:ext uri="{FF2B5EF4-FFF2-40B4-BE49-F238E27FC236}">
                  <a16:creationId xmlns:a16="http://schemas.microsoft.com/office/drawing/2014/main" id="{E2672691-91F0-4B4E-BEE7-CE769971C015}"/>
                </a:ext>
              </a:extLst>
            </p:cNvPr>
            <p:cNvGrpSpPr/>
            <p:nvPr/>
          </p:nvGrpSpPr>
          <p:grpSpPr>
            <a:xfrm>
              <a:off x="5845936" y="1854733"/>
              <a:ext cx="473400" cy="473400"/>
              <a:chOff x="5842489" y="1703401"/>
              <a:chExt cx="473400" cy="473400"/>
            </a:xfrm>
          </p:grpSpPr>
          <p:sp>
            <p:nvSpPr>
              <p:cNvPr id="43" name="Google Shape;603;p39">
                <a:extLst>
                  <a:ext uri="{FF2B5EF4-FFF2-40B4-BE49-F238E27FC236}">
                    <a16:creationId xmlns:a16="http://schemas.microsoft.com/office/drawing/2014/main" id="{3DEBD7F9-48CE-4C8D-9148-D2709D43796C}"/>
                  </a:ext>
                </a:extLst>
              </p:cNvPr>
              <p:cNvSpPr/>
              <p:nvPr/>
            </p:nvSpPr>
            <p:spPr>
              <a:xfrm rot="8100000">
                <a:off x="5911817" y="1772729"/>
                <a:ext cx="334744" cy="334744"/>
              </a:xfrm>
              <a:prstGeom prst="teardrop">
                <a:avLst>
                  <a:gd name="adj" fmla="val 100000"/>
                </a:avLst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Vazir FD-WOL" panose="020B0603030804020204" pitchFamily="34" charset="-78"/>
                  <a:ea typeface="Catamaran"/>
                  <a:cs typeface="Vazir FD-WOL" panose="020B0603030804020204" pitchFamily="34" charset="-78"/>
                  <a:sym typeface="Catamaran"/>
                </a:endParaRPr>
              </a:p>
            </p:txBody>
          </p:sp>
          <p:sp>
            <p:nvSpPr>
              <p:cNvPr id="44" name="Google Shape;604;p39">
                <a:extLst>
                  <a:ext uri="{FF2B5EF4-FFF2-40B4-BE49-F238E27FC236}">
                    <a16:creationId xmlns:a16="http://schemas.microsoft.com/office/drawing/2014/main" id="{50C3F484-9ACA-4BBB-9C22-08D15605023F}"/>
                  </a:ext>
                </a:extLst>
              </p:cNvPr>
              <p:cNvSpPr/>
              <p:nvPr/>
            </p:nvSpPr>
            <p:spPr>
              <a:xfrm>
                <a:off x="6012139" y="1866499"/>
                <a:ext cx="134100" cy="1341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fa-IR" sz="800" dirty="0">
                    <a:solidFill>
                      <a:schemeClr val="dk1"/>
                    </a:solidFill>
                    <a:latin typeface="Vazir FD-WOL" panose="020B0603030804020204" pitchFamily="34" charset="-78"/>
                    <a:ea typeface="Catamaran"/>
                    <a:cs typeface="Vazir FD-WOL" panose="020B0603030804020204" pitchFamily="34" charset="-78"/>
                    <a:sym typeface="Catamaran"/>
                  </a:rPr>
                  <a:t>2</a:t>
                </a:r>
                <a:endParaRPr sz="800" dirty="0">
                  <a:solidFill>
                    <a:schemeClr val="dk1"/>
                  </a:solidFill>
                  <a:latin typeface="Vazir FD-WOL" panose="020B0603030804020204" pitchFamily="34" charset="-78"/>
                  <a:ea typeface="Catamaran"/>
                  <a:cs typeface="Vazir FD-WOL" panose="020B0603030804020204" pitchFamily="34" charset="-78"/>
                  <a:sym typeface="Catamaran"/>
                </a:endParaRPr>
              </a:p>
            </p:txBody>
          </p:sp>
        </p:grpSp>
        <p:grpSp>
          <p:nvGrpSpPr>
            <p:cNvPr id="45" name="Google Shape;608;p39">
              <a:extLst>
                <a:ext uri="{FF2B5EF4-FFF2-40B4-BE49-F238E27FC236}">
                  <a16:creationId xmlns:a16="http://schemas.microsoft.com/office/drawing/2014/main" id="{CD8229E2-8CF7-4A99-B790-D3DEB722E54A}"/>
                </a:ext>
              </a:extLst>
            </p:cNvPr>
            <p:cNvGrpSpPr/>
            <p:nvPr/>
          </p:nvGrpSpPr>
          <p:grpSpPr>
            <a:xfrm>
              <a:off x="4856186" y="3727632"/>
              <a:ext cx="473400" cy="473400"/>
              <a:chOff x="4852739" y="3576300"/>
              <a:chExt cx="473400" cy="473400"/>
            </a:xfrm>
          </p:grpSpPr>
          <p:sp>
            <p:nvSpPr>
              <p:cNvPr id="46" name="Google Shape;609;p39">
                <a:extLst>
                  <a:ext uri="{FF2B5EF4-FFF2-40B4-BE49-F238E27FC236}">
                    <a16:creationId xmlns:a16="http://schemas.microsoft.com/office/drawing/2014/main" id="{40689237-F9DF-422D-8D7F-C3A87192802D}"/>
                  </a:ext>
                </a:extLst>
              </p:cNvPr>
              <p:cNvSpPr/>
              <p:nvPr/>
            </p:nvSpPr>
            <p:spPr>
              <a:xfrm rot="-2700000">
                <a:off x="4922067" y="3645628"/>
                <a:ext cx="334744" cy="334744"/>
              </a:xfrm>
              <a:prstGeom prst="teardrop">
                <a:avLst>
                  <a:gd name="adj" fmla="val 100000"/>
                </a:avLst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Vazir FD-WOL" panose="020B0603030804020204" pitchFamily="34" charset="-78"/>
                  <a:ea typeface="Catamaran"/>
                  <a:cs typeface="Vazir FD-WOL" panose="020B0603030804020204" pitchFamily="34" charset="-78"/>
                  <a:sym typeface="Catamaran"/>
                </a:endParaRPr>
              </a:p>
            </p:txBody>
          </p:sp>
          <p:sp>
            <p:nvSpPr>
              <p:cNvPr id="47" name="Google Shape;610;p39">
                <a:extLst>
                  <a:ext uri="{FF2B5EF4-FFF2-40B4-BE49-F238E27FC236}">
                    <a16:creationId xmlns:a16="http://schemas.microsoft.com/office/drawing/2014/main" id="{EC0C559F-9B37-4B3F-80A9-0BD62CB7727C}"/>
                  </a:ext>
                </a:extLst>
              </p:cNvPr>
              <p:cNvSpPr/>
              <p:nvPr/>
            </p:nvSpPr>
            <p:spPr>
              <a:xfrm flipH="1">
                <a:off x="5022389" y="3752502"/>
                <a:ext cx="134100" cy="1341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 dirty="0">
                    <a:solidFill>
                      <a:schemeClr val="dk1"/>
                    </a:solidFill>
                    <a:latin typeface="Vazir FD-WOL" panose="020B0603030804020204" pitchFamily="34" charset="-78"/>
                    <a:ea typeface="Catamaran"/>
                    <a:cs typeface="Vazir FD-WOL" panose="020B0603030804020204" pitchFamily="34" charset="-78"/>
                    <a:sym typeface="Catamaran"/>
                  </a:rPr>
                  <a:t>3</a:t>
                </a:r>
                <a:endParaRPr sz="800" dirty="0">
                  <a:solidFill>
                    <a:schemeClr val="dk1"/>
                  </a:solidFill>
                  <a:latin typeface="Vazir FD-WOL" panose="020B0603030804020204" pitchFamily="34" charset="-78"/>
                  <a:ea typeface="Catamaran"/>
                  <a:cs typeface="Vazir FD-WOL" panose="020B0603030804020204" pitchFamily="34" charset="-78"/>
                  <a:sym typeface="Catamaran"/>
                </a:endParaRPr>
              </a:p>
            </p:txBody>
          </p:sp>
        </p:grpSp>
        <p:grpSp>
          <p:nvGrpSpPr>
            <p:cNvPr id="48" name="Google Shape;611;p39">
              <a:extLst>
                <a:ext uri="{FF2B5EF4-FFF2-40B4-BE49-F238E27FC236}">
                  <a16:creationId xmlns:a16="http://schemas.microsoft.com/office/drawing/2014/main" id="{7C7C5DEF-01C8-4EC8-995B-3DE7189887B5}"/>
                </a:ext>
              </a:extLst>
            </p:cNvPr>
            <p:cNvGrpSpPr/>
            <p:nvPr/>
          </p:nvGrpSpPr>
          <p:grpSpPr>
            <a:xfrm>
              <a:off x="2828111" y="3727632"/>
              <a:ext cx="473400" cy="473400"/>
              <a:chOff x="2824664" y="3576300"/>
              <a:chExt cx="473400" cy="473400"/>
            </a:xfrm>
          </p:grpSpPr>
          <p:sp>
            <p:nvSpPr>
              <p:cNvPr id="49" name="Google Shape;612;p39">
                <a:extLst>
                  <a:ext uri="{FF2B5EF4-FFF2-40B4-BE49-F238E27FC236}">
                    <a16:creationId xmlns:a16="http://schemas.microsoft.com/office/drawing/2014/main" id="{F1A23624-DF5B-43DA-A6B7-2DCF7BE0B6E0}"/>
                  </a:ext>
                </a:extLst>
              </p:cNvPr>
              <p:cNvSpPr/>
              <p:nvPr/>
            </p:nvSpPr>
            <p:spPr>
              <a:xfrm rot="-2700000">
                <a:off x="2893992" y="3645628"/>
                <a:ext cx="334744" cy="334744"/>
              </a:xfrm>
              <a:prstGeom prst="teardrop">
                <a:avLst>
                  <a:gd name="adj" fmla="val 100000"/>
                </a:avLst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Vazir FD-WOL" panose="020B0603030804020204" pitchFamily="34" charset="-78"/>
                  <a:ea typeface="Catamaran"/>
                  <a:cs typeface="Vazir FD-WOL" panose="020B0603030804020204" pitchFamily="34" charset="-78"/>
                  <a:sym typeface="Catamaran"/>
                </a:endParaRPr>
              </a:p>
            </p:txBody>
          </p:sp>
          <p:sp>
            <p:nvSpPr>
              <p:cNvPr id="50" name="Google Shape;613;p39">
                <a:extLst>
                  <a:ext uri="{FF2B5EF4-FFF2-40B4-BE49-F238E27FC236}">
                    <a16:creationId xmlns:a16="http://schemas.microsoft.com/office/drawing/2014/main" id="{4681D153-5348-43BF-B82C-33D171DA7F0A}"/>
                  </a:ext>
                </a:extLst>
              </p:cNvPr>
              <p:cNvSpPr/>
              <p:nvPr/>
            </p:nvSpPr>
            <p:spPr>
              <a:xfrm flipH="1">
                <a:off x="2994314" y="3752502"/>
                <a:ext cx="134100" cy="1341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 dirty="0">
                    <a:solidFill>
                      <a:schemeClr val="dk1"/>
                    </a:solidFill>
                    <a:latin typeface="Vazir FD-WOL" panose="020B0603030804020204" pitchFamily="34" charset="-78"/>
                    <a:ea typeface="Catamaran"/>
                    <a:cs typeface="Vazir FD-WOL" panose="020B0603030804020204" pitchFamily="34" charset="-78"/>
                    <a:sym typeface="Catamaran"/>
                  </a:rPr>
                  <a:t>5</a:t>
                </a:r>
                <a:endParaRPr sz="800" dirty="0">
                  <a:solidFill>
                    <a:schemeClr val="dk1"/>
                  </a:solidFill>
                  <a:latin typeface="Vazir FD-WOL" panose="020B0603030804020204" pitchFamily="34" charset="-78"/>
                  <a:ea typeface="Catamaran"/>
                  <a:cs typeface="Vazir FD-WOL" panose="020B0603030804020204" pitchFamily="34" charset="-78"/>
                  <a:sym typeface="Catamaran"/>
                </a:endParaRPr>
              </a:p>
            </p:txBody>
          </p:sp>
        </p:grpSp>
      </p:grpSp>
      <p:sp>
        <p:nvSpPr>
          <p:cNvPr id="51" name="Google Shape;125;p8">
            <a:extLst>
              <a:ext uri="{FF2B5EF4-FFF2-40B4-BE49-F238E27FC236}">
                <a16:creationId xmlns:a16="http://schemas.microsoft.com/office/drawing/2014/main" id="{925A7394-6051-4B5E-890D-371F8F707F0D}"/>
              </a:ext>
            </a:extLst>
          </p:cNvPr>
          <p:cNvSpPr/>
          <p:nvPr/>
        </p:nvSpPr>
        <p:spPr>
          <a:xfrm>
            <a:off x="8574184" y="4822960"/>
            <a:ext cx="525386" cy="271414"/>
          </a:xfrm>
          <a:custGeom>
            <a:avLst/>
            <a:gdLst/>
            <a:ahLst/>
            <a:cxnLst/>
            <a:rect l="l" t="t" r="r" b="b"/>
            <a:pathLst>
              <a:path w="21598" h="21315" extrusionOk="0">
                <a:moveTo>
                  <a:pt x="21599" y="14389"/>
                </a:moveTo>
                <a:lnTo>
                  <a:pt x="21599" y="6924"/>
                </a:lnTo>
                <a:cubicBezTo>
                  <a:pt x="21599" y="5784"/>
                  <a:pt x="20918" y="4730"/>
                  <a:pt x="19814" y="4161"/>
                </a:cubicBezTo>
                <a:lnTo>
                  <a:pt x="12583" y="428"/>
                </a:lnTo>
                <a:cubicBezTo>
                  <a:pt x="11478" y="-142"/>
                  <a:pt x="10118" y="-142"/>
                  <a:pt x="9013" y="428"/>
                </a:cubicBezTo>
                <a:lnTo>
                  <a:pt x="1783" y="4161"/>
                </a:lnTo>
                <a:cubicBezTo>
                  <a:pt x="679" y="4731"/>
                  <a:pt x="0" y="5784"/>
                  <a:pt x="0" y="6924"/>
                </a:cubicBezTo>
                <a:lnTo>
                  <a:pt x="0" y="14392"/>
                </a:lnTo>
                <a:cubicBezTo>
                  <a:pt x="1" y="15532"/>
                  <a:pt x="681" y="16585"/>
                  <a:pt x="1785" y="17155"/>
                </a:cubicBezTo>
                <a:lnTo>
                  <a:pt x="9016" y="20888"/>
                </a:lnTo>
                <a:cubicBezTo>
                  <a:pt x="10120" y="21458"/>
                  <a:pt x="11481" y="21458"/>
                  <a:pt x="12585" y="20888"/>
                </a:cubicBezTo>
                <a:lnTo>
                  <a:pt x="19816" y="17155"/>
                </a:lnTo>
                <a:cubicBezTo>
                  <a:pt x="20920" y="16584"/>
                  <a:pt x="21600" y="15530"/>
                  <a:pt x="21599" y="14389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fa-IR" sz="1000" i="0" u="none" strike="noStrike" cap="none" dirty="0">
                <a:solidFill>
                  <a:schemeClr val="bg1"/>
                </a:solidFill>
                <a:latin typeface="Vazir FD-WOL" panose="020B0603030804020204" pitchFamily="34" charset="-78"/>
                <a:cs typeface="Vazir FD-WOL" panose="020B0603030804020204" pitchFamily="34" charset="-78"/>
              </a:rPr>
              <a:t>2</a:t>
            </a:r>
            <a:r>
              <a:rPr lang="fa-IR" sz="1000" i="0" u="none" strike="noStrike" cap="none" dirty="0">
                <a:solidFill>
                  <a:schemeClr val="bg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از </a:t>
            </a:r>
            <a:r>
              <a:rPr lang="fa-IR" sz="1000" i="0" u="none" strike="noStrike" cap="none" dirty="0">
                <a:solidFill>
                  <a:schemeClr val="bg1"/>
                </a:solidFill>
                <a:latin typeface="Vazir FD-WOL" panose="020B0603030804020204" pitchFamily="34" charset="-78"/>
                <a:cs typeface="Vazir FD-WOL" panose="020B0603030804020204" pitchFamily="34" charset="-78"/>
              </a:rPr>
              <a:t>19</a:t>
            </a:r>
            <a:endParaRPr sz="1000" i="0" u="none" strike="noStrike" cap="none" dirty="0">
              <a:solidFill>
                <a:schemeClr val="bg1"/>
              </a:solidFill>
              <a:latin typeface="Vazir FD-WOL" panose="020B0603030804020204" pitchFamily="34" charset="-78"/>
              <a:cs typeface="Vazir FD-WOL" panose="020B0603030804020204" pitchFamily="34" charset="-78"/>
            </a:endParaRPr>
          </a:p>
        </p:txBody>
      </p:sp>
      <p:sp>
        <p:nvSpPr>
          <p:cNvPr id="52" name="Google Shape;120;p7">
            <a:extLst>
              <a:ext uri="{FF2B5EF4-FFF2-40B4-BE49-F238E27FC236}">
                <a16:creationId xmlns:a16="http://schemas.microsoft.com/office/drawing/2014/main" id="{A5233F80-7FEB-4A14-A8DF-E3CC436D2D0C}"/>
              </a:ext>
            </a:extLst>
          </p:cNvPr>
          <p:cNvSpPr txBox="1">
            <a:spLocks/>
          </p:cNvSpPr>
          <p:nvPr/>
        </p:nvSpPr>
        <p:spPr>
          <a:xfrm>
            <a:off x="114716" y="656300"/>
            <a:ext cx="1199437" cy="39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3970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00" b="0" i="0" u="none" strike="noStrike" cap="none">
                <a:solidFill>
                  <a:schemeClr val="tx1">
                    <a:lumMod val="90000"/>
                    <a:lumOff val="10000"/>
                  </a:schemeClr>
                </a:solidFill>
                <a:latin typeface="Vazir" panose="020B0603030804020204" pitchFamily="34" charset="-78"/>
                <a:ea typeface="Arial"/>
                <a:cs typeface="Vazir" panose="020B0603030804020204" pitchFamily="34" charset="-78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⬡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⬡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a-IR" dirty="0"/>
              <a:t>دانشگاه اصفهان</a:t>
            </a:r>
          </a:p>
          <a:p>
            <a:r>
              <a:rPr lang="fa-IR" dirty="0"/>
              <a:t>دانشکده مهندسی کامپیوتر</a:t>
            </a:r>
          </a:p>
          <a:p>
            <a:r>
              <a:rPr lang="fa-IR" dirty="0"/>
              <a:t>گروه مهندسی فناوری اطلاعات</a:t>
            </a:r>
          </a:p>
        </p:txBody>
      </p:sp>
    </p:spTree>
  </p:cSld>
  <p:clrMapOvr>
    <a:masterClrMapping/>
  </p:clrMapOvr>
  <p:transition spd="slow">
    <p:wheel spokes="1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92EB0CC-A94B-419A-A4FA-3D53B5B5D1DD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ar-BH" dirty="0">
                <a:latin typeface="Vazir" panose="020B0603030804020204" pitchFamily="34" charset="-78"/>
                <a:cs typeface="Vazir" panose="020B0603030804020204" pitchFamily="34" charset="-78"/>
              </a:rPr>
              <a:t>سحر سرکار - تحلیل ویژگی‌های رادیومیکس برای تشخیص عفونت در ریه - شهریور </a:t>
            </a:r>
            <a:r>
              <a:rPr lang="ar-BH" dirty="0">
                <a:latin typeface="Vazir FD-WOL" panose="020B0603030804020204" pitchFamily="34" charset="-78"/>
                <a:cs typeface="Vazir FD-WOL" panose="020B0603030804020204" pitchFamily="34" charset="-78"/>
              </a:rPr>
              <a:t>1400</a:t>
            </a:r>
            <a:endParaRPr lang="en-US" dirty="0">
              <a:latin typeface="Vazir FD-WOL" panose="020B0603030804020204" pitchFamily="34" charset="-78"/>
              <a:cs typeface="Vazir FD-WOL" panose="020B0603030804020204" pitchFamily="34" charset="-78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5A031A7-13FD-47CE-A02B-DE9AC34C57FE}"/>
              </a:ext>
            </a:extLst>
          </p:cNvPr>
          <p:cNvGrpSpPr/>
          <p:nvPr/>
        </p:nvGrpSpPr>
        <p:grpSpPr>
          <a:xfrm rot="16200000">
            <a:off x="4892224" y="1966620"/>
            <a:ext cx="6152709" cy="886850"/>
            <a:chOff x="0" y="2536120"/>
            <a:chExt cx="9144000" cy="1011043"/>
          </a:xfrm>
        </p:grpSpPr>
        <p:sp>
          <p:nvSpPr>
            <p:cNvPr id="58" name="Google Shape;594;p39">
              <a:extLst>
                <a:ext uri="{FF2B5EF4-FFF2-40B4-BE49-F238E27FC236}">
                  <a16:creationId xmlns:a16="http://schemas.microsoft.com/office/drawing/2014/main" id="{50921073-1AD5-4BF4-B917-0BD453041470}"/>
                </a:ext>
              </a:extLst>
            </p:cNvPr>
            <p:cNvSpPr/>
            <p:nvPr/>
          </p:nvSpPr>
          <p:spPr>
            <a:xfrm>
              <a:off x="0" y="2536120"/>
              <a:ext cx="9144000" cy="1011043"/>
            </a:xfrm>
            <a:custGeom>
              <a:avLst/>
              <a:gdLst/>
              <a:ahLst/>
              <a:cxnLst/>
              <a:rect l="l" t="t" r="r" b="b"/>
              <a:pathLst>
                <a:path w="12192000" h="1348058" extrusionOk="0">
                  <a:moveTo>
                    <a:pt x="12192000" y="0"/>
                  </a:moveTo>
                  <a:lnTo>
                    <a:pt x="10837333" y="0"/>
                  </a:lnTo>
                  <a:cubicBezTo>
                    <a:pt x="10463295" y="0"/>
                    <a:pt x="10160000" y="301773"/>
                    <a:pt x="10160000" y="674029"/>
                  </a:cubicBezTo>
                  <a:lnTo>
                    <a:pt x="10160000" y="674029"/>
                  </a:lnTo>
                  <a:cubicBezTo>
                    <a:pt x="10160000" y="1046281"/>
                    <a:pt x="9856705" y="1348059"/>
                    <a:pt x="9482667" y="1348059"/>
                  </a:cubicBezTo>
                  <a:lnTo>
                    <a:pt x="9482667" y="1348059"/>
                  </a:lnTo>
                  <a:cubicBezTo>
                    <a:pt x="9108581" y="1348059"/>
                    <a:pt x="8805333" y="1046281"/>
                    <a:pt x="8805333" y="674029"/>
                  </a:cubicBezTo>
                  <a:lnTo>
                    <a:pt x="8805333" y="674029"/>
                  </a:lnTo>
                  <a:cubicBezTo>
                    <a:pt x="8805333" y="301773"/>
                    <a:pt x="8502086" y="0"/>
                    <a:pt x="8128000" y="0"/>
                  </a:cubicBezTo>
                  <a:lnTo>
                    <a:pt x="8128000" y="0"/>
                  </a:lnTo>
                  <a:cubicBezTo>
                    <a:pt x="7753915" y="0"/>
                    <a:pt x="7450667" y="301773"/>
                    <a:pt x="7450667" y="674029"/>
                  </a:cubicBezTo>
                  <a:lnTo>
                    <a:pt x="7450667" y="674029"/>
                  </a:lnTo>
                  <a:cubicBezTo>
                    <a:pt x="7450667" y="1046281"/>
                    <a:pt x="7147419" y="1348059"/>
                    <a:pt x="6773334" y="1348059"/>
                  </a:cubicBezTo>
                  <a:lnTo>
                    <a:pt x="6773334" y="1348059"/>
                  </a:lnTo>
                  <a:cubicBezTo>
                    <a:pt x="6399248" y="1348059"/>
                    <a:pt x="6096000" y="1046281"/>
                    <a:pt x="6096000" y="674029"/>
                  </a:cubicBezTo>
                  <a:lnTo>
                    <a:pt x="6096000" y="674029"/>
                  </a:lnTo>
                  <a:cubicBezTo>
                    <a:pt x="6096000" y="301773"/>
                    <a:pt x="5792753" y="0"/>
                    <a:pt x="5418667" y="0"/>
                  </a:cubicBezTo>
                  <a:lnTo>
                    <a:pt x="5418667" y="0"/>
                  </a:lnTo>
                  <a:cubicBezTo>
                    <a:pt x="5044581" y="0"/>
                    <a:pt x="4741334" y="301773"/>
                    <a:pt x="4741334" y="674029"/>
                  </a:cubicBezTo>
                  <a:lnTo>
                    <a:pt x="4741334" y="674029"/>
                  </a:lnTo>
                  <a:cubicBezTo>
                    <a:pt x="4741334" y="1046281"/>
                    <a:pt x="4438076" y="1348059"/>
                    <a:pt x="4064000" y="1348059"/>
                  </a:cubicBezTo>
                  <a:lnTo>
                    <a:pt x="4064000" y="1348059"/>
                  </a:lnTo>
                  <a:cubicBezTo>
                    <a:pt x="3689924" y="1348059"/>
                    <a:pt x="3386667" y="1046281"/>
                    <a:pt x="3386667" y="674029"/>
                  </a:cubicBezTo>
                  <a:lnTo>
                    <a:pt x="3386667" y="674029"/>
                  </a:lnTo>
                  <a:cubicBezTo>
                    <a:pt x="3386667" y="301773"/>
                    <a:pt x="3083410" y="0"/>
                    <a:pt x="2709333" y="0"/>
                  </a:cubicBezTo>
                  <a:lnTo>
                    <a:pt x="2709333" y="0"/>
                  </a:lnTo>
                  <a:cubicBezTo>
                    <a:pt x="2335257" y="0"/>
                    <a:pt x="2032000" y="301773"/>
                    <a:pt x="2032000" y="674029"/>
                  </a:cubicBezTo>
                  <a:lnTo>
                    <a:pt x="2032000" y="674029"/>
                  </a:lnTo>
                  <a:cubicBezTo>
                    <a:pt x="2032000" y="1046281"/>
                    <a:pt x="1728743" y="1348059"/>
                    <a:pt x="1354667" y="1348059"/>
                  </a:cubicBezTo>
                  <a:lnTo>
                    <a:pt x="0" y="1348059"/>
                  </a:lnTo>
                </a:path>
              </a:pathLst>
            </a:custGeom>
            <a:noFill/>
            <a:ln w="228600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Vazir" panose="020B0603030804020204" pitchFamily="34" charset="-78"/>
                <a:ea typeface="Calibri"/>
                <a:cs typeface="Vazir" panose="020B0603030804020204" pitchFamily="34" charset="-78"/>
                <a:sym typeface="Calibri"/>
              </a:endParaRPr>
            </a:p>
          </p:txBody>
        </p:sp>
        <p:sp>
          <p:nvSpPr>
            <p:cNvPr id="59" name="Google Shape;595;p39">
              <a:extLst>
                <a:ext uri="{FF2B5EF4-FFF2-40B4-BE49-F238E27FC236}">
                  <a16:creationId xmlns:a16="http://schemas.microsoft.com/office/drawing/2014/main" id="{80BD9715-5D54-48BA-8232-EBD61376B29C}"/>
                </a:ext>
              </a:extLst>
            </p:cNvPr>
            <p:cNvSpPr/>
            <p:nvPr/>
          </p:nvSpPr>
          <p:spPr>
            <a:xfrm>
              <a:off x="0" y="2536120"/>
              <a:ext cx="9144000" cy="1011043"/>
            </a:xfrm>
            <a:custGeom>
              <a:avLst/>
              <a:gdLst/>
              <a:ahLst/>
              <a:cxnLst/>
              <a:rect l="l" t="t" r="r" b="b"/>
              <a:pathLst>
                <a:path w="12192000" h="1348058" extrusionOk="0">
                  <a:moveTo>
                    <a:pt x="12192000" y="0"/>
                  </a:moveTo>
                  <a:lnTo>
                    <a:pt x="10837333" y="0"/>
                  </a:lnTo>
                  <a:cubicBezTo>
                    <a:pt x="10463295" y="0"/>
                    <a:pt x="10160000" y="301773"/>
                    <a:pt x="10160000" y="674029"/>
                  </a:cubicBezTo>
                  <a:lnTo>
                    <a:pt x="10160000" y="674029"/>
                  </a:lnTo>
                  <a:cubicBezTo>
                    <a:pt x="10160000" y="1046281"/>
                    <a:pt x="9856705" y="1348059"/>
                    <a:pt x="9482667" y="1348059"/>
                  </a:cubicBezTo>
                  <a:lnTo>
                    <a:pt x="9482667" y="1348059"/>
                  </a:lnTo>
                  <a:cubicBezTo>
                    <a:pt x="9108581" y="1348059"/>
                    <a:pt x="8805333" y="1046281"/>
                    <a:pt x="8805333" y="674029"/>
                  </a:cubicBezTo>
                  <a:lnTo>
                    <a:pt x="8805333" y="674029"/>
                  </a:lnTo>
                  <a:cubicBezTo>
                    <a:pt x="8805333" y="301773"/>
                    <a:pt x="8502086" y="0"/>
                    <a:pt x="8128000" y="0"/>
                  </a:cubicBezTo>
                  <a:lnTo>
                    <a:pt x="8128000" y="0"/>
                  </a:lnTo>
                  <a:cubicBezTo>
                    <a:pt x="7753915" y="0"/>
                    <a:pt x="7450667" y="301773"/>
                    <a:pt x="7450667" y="674029"/>
                  </a:cubicBezTo>
                  <a:lnTo>
                    <a:pt x="7450667" y="674029"/>
                  </a:lnTo>
                  <a:cubicBezTo>
                    <a:pt x="7450667" y="1046281"/>
                    <a:pt x="7147419" y="1348059"/>
                    <a:pt x="6773334" y="1348059"/>
                  </a:cubicBezTo>
                  <a:lnTo>
                    <a:pt x="6773334" y="1348059"/>
                  </a:lnTo>
                  <a:cubicBezTo>
                    <a:pt x="6399248" y="1348059"/>
                    <a:pt x="6096000" y="1046281"/>
                    <a:pt x="6096000" y="674029"/>
                  </a:cubicBezTo>
                  <a:lnTo>
                    <a:pt x="6096000" y="674029"/>
                  </a:lnTo>
                  <a:cubicBezTo>
                    <a:pt x="6096000" y="301773"/>
                    <a:pt x="5792753" y="0"/>
                    <a:pt x="5418667" y="0"/>
                  </a:cubicBezTo>
                  <a:lnTo>
                    <a:pt x="5418667" y="0"/>
                  </a:lnTo>
                  <a:cubicBezTo>
                    <a:pt x="5044581" y="0"/>
                    <a:pt x="4741334" y="301773"/>
                    <a:pt x="4741334" y="674029"/>
                  </a:cubicBezTo>
                  <a:lnTo>
                    <a:pt x="4741334" y="674029"/>
                  </a:lnTo>
                  <a:cubicBezTo>
                    <a:pt x="4741334" y="1046281"/>
                    <a:pt x="4438076" y="1348059"/>
                    <a:pt x="4064000" y="1348059"/>
                  </a:cubicBezTo>
                  <a:lnTo>
                    <a:pt x="4064000" y="1348059"/>
                  </a:lnTo>
                  <a:cubicBezTo>
                    <a:pt x="3689924" y="1348059"/>
                    <a:pt x="3386667" y="1046281"/>
                    <a:pt x="3386667" y="674029"/>
                  </a:cubicBezTo>
                  <a:lnTo>
                    <a:pt x="3386667" y="674029"/>
                  </a:lnTo>
                  <a:cubicBezTo>
                    <a:pt x="3386667" y="301773"/>
                    <a:pt x="3083410" y="0"/>
                    <a:pt x="2709333" y="0"/>
                  </a:cubicBezTo>
                  <a:lnTo>
                    <a:pt x="2709333" y="0"/>
                  </a:lnTo>
                  <a:cubicBezTo>
                    <a:pt x="2335257" y="0"/>
                    <a:pt x="2032000" y="301773"/>
                    <a:pt x="2032000" y="674029"/>
                  </a:cubicBezTo>
                  <a:lnTo>
                    <a:pt x="2032000" y="674029"/>
                  </a:lnTo>
                  <a:cubicBezTo>
                    <a:pt x="2032000" y="1046281"/>
                    <a:pt x="1728743" y="1348059"/>
                    <a:pt x="1354667" y="1348059"/>
                  </a:cubicBezTo>
                  <a:lnTo>
                    <a:pt x="0" y="1348059"/>
                  </a:lnTo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dash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Vazir" panose="020B0603030804020204" pitchFamily="34" charset="-78"/>
                <a:ea typeface="Calibri"/>
                <a:cs typeface="Vazir" panose="020B0603030804020204" pitchFamily="34" charset="-78"/>
                <a:sym typeface="Calibri"/>
              </a:endParaRPr>
            </a:p>
          </p:txBody>
        </p:sp>
      </p:grpSp>
      <p:sp>
        <p:nvSpPr>
          <p:cNvPr id="122" name="Google Shape;616;p39">
            <a:extLst>
              <a:ext uri="{FF2B5EF4-FFF2-40B4-BE49-F238E27FC236}">
                <a16:creationId xmlns:a16="http://schemas.microsoft.com/office/drawing/2014/main" id="{F29FF600-2F87-4B4C-95EA-EF55460CBCEA}"/>
              </a:ext>
            </a:extLst>
          </p:cNvPr>
          <p:cNvSpPr txBox="1"/>
          <p:nvPr/>
        </p:nvSpPr>
        <p:spPr>
          <a:xfrm>
            <a:off x="8372054" y="2255511"/>
            <a:ext cx="727517" cy="194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900" dirty="0">
                <a:solidFill>
                  <a:schemeClr val="dk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rPr>
              <a:t>روش پیشنهادی</a:t>
            </a:r>
            <a:endParaRPr sz="900" dirty="0">
              <a:solidFill>
                <a:schemeClr val="dk1"/>
              </a:solidFill>
              <a:latin typeface="Vazir" panose="020B0603030804020204" pitchFamily="34" charset="-78"/>
              <a:ea typeface="Catamaran"/>
              <a:cs typeface="Vazir" panose="020B0603030804020204" pitchFamily="34" charset="-78"/>
              <a:sym typeface="Catamaran"/>
            </a:endParaRPr>
          </a:p>
        </p:txBody>
      </p: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A2931612-A263-42C4-9F74-FD8FD8FE4783}"/>
              </a:ext>
            </a:extLst>
          </p:cNvPr>
          <p:cNvGrpSpPr/>
          <p:nvPr/>
        </p:nvGrpSpPr>
        <p:grpSpPr>
          <a:xfrm>
            <a:off x="6958941" y="1229022"/>
            <a:ext cx="334744" cy="334744"/>
            <a:chOff x="5858533" y="3371391"/>
            <a:chExt cx="334744" cy="334744"/>
          </a:xfrm>
        </p:grpSpPr>
        <p:sp>
          <p:nvSpPr>
            <p:cNvPr id="161" name="Google Shape;606;p39">
              <a:extLst>
                <a:ext uri="{FF2B5EF4-FFF2-40B4-BE49-F238E27FC236}">
                  <a16:creationId xmlns:a16="http://schemas.microsoft.com/office/drawing/2014/main" id="{9A8714E9-F157-4C6C-8C36-CF5D87D403B3}"/>
                </a:ext>
              </a:extLst>
            </p:cNvPr>
            <p:cNvSpPr/>
            <p:nvPr/>
          </p:nvSpPr>
          <p:spPr>
            <a:xfrm rot="2637262">
              <a:off x="5858533" y="3371391"/>
              <a:ext cx="334744" cy="334744"/>
            </a:xfrm>
            <a:prstGeom prst="teardrop">
              <a:avLst>
                <a:gd name="adj" fmla="val 95976"/>
              </a:avLst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  <p:sp>
          <p:nvSpPr>
            <p:cNvPr id="162" name="Google Shape;607;p39">
              <a:extLst>
                <a:ext uri="{FF2B5EF4-FFF2-40B4-BE49-F238E27FC236}">
                  <a16:creationId xmlns:a16="http://schemas.microsoft.com/office/drawing/2014/main" id="{7BBF0579-51AE-48EA-A3E0-5FBFDD196F32}"/>
                </a:ext>
              </a:extLst>
            </p:cNvPr>
            <p:cNvSpPr/>
            <p:nvPr/>
          </p:nvSpPr>
          <p:spPr>
            <a:xfrm flipH="1">
              <a:off x="5958855" y="3478265"/>
              <a:ext cx="134100" cy="13409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a-IR" sz="800" dirty="0">
                  <a:solidFill>
                    <a:schemeClr val="dk1"/>
                  </a:solidFill>
                  <a:latin typeface="Vazir FD-WOL" panose="020B0603030804020204" pitchFamily="34" charset="-78"/>
                  <a:ea typeface="Catamaran"/>
                  <a:cs typeface="Vazir FD-WOL" panose="020B0603030804020204" pitchFamily="34" charset="-78"/>
                  <a:sym typeface="Catamaran"/>
                </a:rPr>
                <a:t>2</a:t>
              </a:r>
              <a:endParaRPr sz="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F607B433-AF5E-4FE8-A066-3EDBF6E125E8}"/>
              </a:ext>
            </a:extLst>
          </p:cNvPr>
          <p:cNvGrpSpPr/>
          <p:nvPr/>
        </p:nvGrpSpPr>
        <p:grpSpPr>
          <a:xfrm>
            <a:off x="8616854" y="1901496"/>
            <a:ext cx="334744" cy="334744"/>
            <a:chOff x="5858533" y="3371391"/>
            <a:chExt cx="334744" cy="334744"/>
          </a:xfrm>
        </p:grpSpPr>
        <p:sp>
          <p:nvSpPr>
            <p:cNvPr id="170" name="Google Shape;606;p39">
              <a:extLst>
                <a:ext uri="{FF2B5EF4-FFF2-40B4-BE49-F238E27FC236}">
                  <a16:creationId xmlns:a16="http://schemas.microsoft.com/office/drawing/2014/main" id="{D23848B0-940E-4BA6-9198-E37E59821155}"/>
                </a:ext>
              </a:extLst>
            </p:cNvPr>
            <p:cNvSpPr/>
            <p:nvPr/>
          </p:nvSpPr>
          <p:spPr>
            <a:xfrm rot="13248051">
              <a:off x="5858533" y="3371391"/>
              <a:ext cx="334744" cy="334744"/>
            </a:xfrm>
            <a:prstGeom prst="teardrop">
              <a:avLst>
                <a:gd name="adj" fmla="val 95976"/>
              </a:avLst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  <p:sp>
          <p:nvSpPr>
            <p:cNvPr id="171" name="Google Shape;607;p39">
              <a:extLst>
                <a:ext uri="{FF2B5EF4-FFF2-40B4-BE49-F238E27FC236}">
                  <a16:creationId xmlns:a16="http://schemas.microsoft.com/office/drawing/2014/main" id="{3161D906-0AB7-4435-B6E0-65FA3088814F}"/>
                </a:ext>
              </a:extLst>
            </p:cNvPr>
            <p:cNvSpPr/>
            <p:nvPr/>
          </p:nvSpPr>
          <p:spPr>
            <a:xfrm flipH="1">
              <a:off x="5958855" y="3478265"/>
              <a:ext cx="134100" cy="13409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a-IR" sz="800" dirty="0">
                  <a:solidFill>
                    <a:schemeClr val="dk1"/>
                  </a:solidFill>
                  <a:latin typeface="Vazir FD-WOL" panose="020B0603030804020204" pitchFamily="34" charset="-78"/>
                  <a:ea typeface="Catamaran"/>
                  <a:cs typeface="Vazir FD-WOL" panose="020B0603030804020204" pitchFamily="34" charset="-78"/>
                  <a:sym typeface="Catamaran"/>
                </a:rPr>
                <a:t>3</a:t>
              </a:r>
              <a:endParaRPr sz="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</p:grp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85FB2DA9-9820-4E5E-A3C0-913754982C04}"/>
              </a:ext>
            </a:extLst>
          </p:cNvPr>
          <p:cNvGrpSpPr/>
          <p:nvPr/>
        </p:nvGrpSpPr>
        <p:grpSpPr>
          <a:xfrm>
            <a:off x="8619860" y="488928"/>
            <a:ext cx="334744" cy="334744"/>
            <a:chOff x="5858533" y="3371391"/>
            <a:chExt cx="334744" cy="334744"/>
          </a:xfrm>
        </p:grpSpPr>
        <p:sp>
          <p:nvSpPr>
            <p:cNvPr id="176" name="Google Shape;606;p39">
              <a:extLst>
                <a:ext uri="{FF2B5EF4-FFF2-40B4-BE49-F238E27FC236}">
                  <a16:creationId xmlns:a16="http://schemas.microsoft.com/office/drawing/2014/main" id="{BFA6331C-330F-4A0C-8BEC-20A79F762588}"/>
                </a:ext>
              </a:extLst>
            </p:cNvPr>
            <p:cNvSpPr/>
            <p:nvPr/>
          </p:nvSpPr>
          <p:spPr>
            <a:xfrm rot="13248051">
              <a:off x="5858533" y="3371391"/>
              <a:ext cx="334744" cy="334744"/>
            </a:xfrm>
            <a:prstGeom prst="teardrop">
              <a:avLst>
                <a:gd name="adj" fmla="val 95976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  <p:sp>
          <p:nvSpPr>
            <p:cNvPr id="177" name="Google Shape;607;p39">
              <a:extLst>
                <a:ext uri="{FF2B5EF4-FFF2-40B4-BE49-F238E27FC236}">
                  <a16:creationId xmlns:a16="http://schemas.microsoft.com/office/drawing/2014/main" id="{9F67978A-2AB8-458F-BBAE-796DDE89B0BF}"/>
                </a:ext>
              </a:extLst>
            </p:cNvPr>
            <p:cNvSpPr/>
            <p:nvPr/>
          </p:nvSpPr>
          <p:spPr>
            <a:xfrm flipH="1">
              <a:off x="5958855" y="3478265"/>
              <a:ext cx="134100" cy="13409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a-IR" sz="800" dirty="0">
                  <a:solidFill>
                    <a:schemeClr val="dk1"/>
                  </a:solidFill>
                  <a:latin typeface="Vazir FD-WOL" panose="020B0603030804020204" pitchFamily="34" charset="-78"/>
                  <a:ea typeface="Catamaran"/>
                  <a:cs typeface="Vazir FD-WOL" panose="020B0603030804020204" pitchFamily="34" charset="-78"/>
                  <a:sym typeface="Catamaran"/>
                </a:rPr>
                <a:t>1</a:t>
              </a:r>
              <a:endParaRPr sz="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</p:grp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705762E8-5DA5-46C0-B527-8EB0E2381A3A}"/>
              </a:ext>
            </a:extLst>
          </p:cNvPr>
          <p:cNvGrpSpPr/>
          <p:nvPr/>
        </p:nvGrpSpPr>
        <p:grpSpPr>
          <a:xfrm>
            <a:off x="8613156" y="3244845"/>
            <a:ext cx="334744" cy="334744"/>
            <a:chOff x="5858533" y="3371391"/>
            <a:chExt cx="334744" cy="334744"/>
          </a:xfrm>
        </p:grpSpPr>
        <p:sp>
          <p:nvSpPr>
            <p:cNvPr id="179" name="Google Shape;606;p39">
              <a:extLst>
                <a:ext uri="{FF2B5EF4-FFF2-40B4-BE49-F238E27FC236}">
                  <a16:creationId xmlns:a16="http://schemas.microsoft.com/office/drawing/2014/main" id="{1C268A1C-94D1-45A0-8AAB-024E02FECA32}"/>
                </a:ext>
              </a:extLst>
            </p:cNvPr>
            <p:cNvSpPr/>
            <p:nvPr/>
          </p:nvSpPr>
          <p:spPr>
            <a:xfrm rot="13248051">
              <a:off x="5858533" y="3371391"/>
              <a:ext cx="334744" cy="334744"/>
            </a:xfrm>
            <a:prstGeom prst="teardrop">
              <a:avLst>
                <a:gd name="adj" fmla="val 95976"/>
              </a:avLst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  <p:sp>
          <p:nvSpPr>
            <p:cNvPr id="180" name="Google Shape;607;p39">
              <a:extLst>
                <a:ext uri="{FF2B5EF4-FFF2-40B4-BE49-F238E27FC236}">
                  <a16:creationId xmlns:a16="http://schemas.microsoft.com/office/drawing/2014/main" id="{40FDC796-3573-41A2-8118-388C2B9B2C51}"/>
                </a:ext>
              </a:extLst>
            </p:cNvPr>
            <p:cNvSpPr/>
            <p:nvPr/>
          </p:nvSpPr>
          <p:spPr>
            <a:xfrm flipH="1">
              <a:off x="5958855" y="3478265"/>
              <a:ext cx="134100" cy="13409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a-IR" sz="800" dirty="0">
                  <a:solidFill>
                    <a:schemeClr val="dk1"/>
                  </a:solidFill>
                  <a:latin typeface="Vazir FD-WOL" panose="020B0603030804020204" pitchFamily="34" charset="-78"/>
                  <a:ea typeface="Catamaran"/>
                  <a:cs typeface="Vazir FD-WOL" panose="020B0603030804020204" pitchFamily="34" charset="-78"/>
                  <a:sym typeface="Catamaran"/>
                </a:rPr>
                <a:t>5</a:t>
              </a:r>
              <a:endParaRPr sz="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</p:grpSp>
      <p:grpSp>
        <p:nvGrpSpPr>
          <p:cNvPr id="181" name="Group 180">
            <a:extLst>
              <a:ext uri="{FF2B5EF4-FFF2-40B4-BE49-F238E27FC236}">
                <a16:creationId xmlns:a16="http://schemas.microsoft.com/office/drawing/2014/main" id="{380C664D-E262-42DF-9AF4-C6DA7AD3878D}"/>
              </a:ext>
            </a:extLst>
          </p:cNvPr>
          <p:cNvGrpSpPr/>
          <p:nvPr/>
        </p:nvGrpSpPr>
        <p:grpSpPr>
          <a:xfrm>
            <a:off x="6958941" y="2571750"/>
            <a:ext cx="334744" cy="334744"/>
            <a:chOff x="5858533" y="3371391"/>
            <a:chExt cx="334744" cy="334744"/>
          </a:xfrm>
        </p:grpSpPr>
        <p:sp>
          <p:nvSpPr>
            <p:cNvPr id="182" name="Google Shape;606;p39">
              <a:extLst>
                <a:ext uri="{FF2B5EF4-FFF2-40B4-BE49-F238E27FC236}">
                  <a16:creationId xmlns:a16="http://schemas.microsoft.com/office/drawing/2014/main" id="{8D4DD1D8-DC73-417E-87FD-1AAB18F94AA8}"/>
                </a:ext>
              </a:extLst>
            </p:cNvPr>
            <p:cNvSpPr/>
            <p:nvPr/>
          </p:nvSpPr>
          <p:spPr>
            <a:xfrm rot="2637262">
              <a:off x="5858533" y="3371391"/>
              <a:ext cx="334744" cy="334744"/>
            </a:xfrm>
            <a:prstGeom prst="teardrop">
              <a:avLst>
                <a:gd name="adj" fmla="val 95976"/>
              </a:avLst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  <p:sp>
          <p:nvSpPr>
            <p:cNvPr id="183" name="Google Shape;607;p39">
              <a:extLst>
                <a:ext uri="{FF2B5EF4-FFF2-40B4-BE49-F238E27FC236}">
                  <a16:creationId xmlns:a16="http://schemas.microsoft.com/office/drawing/2014/main" id="{39033152-8FC9-4C4E-854F-CEF81B77D2D2}"/>
                </a:ext>
              </a:extLst>
            </p:cNvPr>
            <p:cNvSpPr/>
            <p:nvPr/>
          </p:nvSpPr>
          <p:spPr>
            <a:xfrm flipH="1">
              <a:off x="5958855" y="3478265"/>
              <a:ext cx="134100" cy="13409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a-IR" sz="800" dirty="0">
                  <a:solidFill>
                    <a:schemeClr val="dk1"/>
                  </a:solidFill>
                  <a:latin typeface="Vazir FD-WOL" panose="020B0603030804020204" pitchFamily="34" charset="-78"/>
                  <a:ea typeface="Catamaran"/>
                  <a:cs typeface="Vazir FD-WOL" panose="020B0603030804020204" pitchFamily="34" charset="-78"/>
                  <a:sym typeface="Catamaran"/>
                </a:rPr>
                <a:t>4</a:t>
              </a:r>
              <a:endParaRPr sz="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</p:grp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E845D49F-CFC4-4A8D-843F-F2B2EE601941}"/>
              </a:ext>
            </a:extLst>
          </p:cNvPr>
          <p:cNvGrpSpPr/>
          <p:nvPr/>
        </p:nvGrpSpPr>
        <p:grpSpPr>
          <a:xfrm>
            <a:off x="6958941" y="3958304"/>
            <a:ext cx="334744" cy="334744"/>
            <a:chOff x="5858533" y="3371391"/>
            <a:chExt cx="334744" cy="334744"/>
          </a:xfrm>
        </p:grpSpPr>
        <p:sp>
          <p:nvSpPr>
            <p:cNvPr id="185" name="Google Shape;606;p39">
              <a:extLst>
                <a:ext uri="{FF2B5EF4-FFF2-40B4-BE49-F238E27FC236}">
                  <a16:creationId xmlns:a16="http://schemas.microsoft.com/office/drawing/2014/main" id="{E0339356-B776-4ADB-BB33-A8E458CBF95F}"/>
                </a:ext>
              </a:extLst>
            </p:cNvPr>
            <p:cNvSpPr/>
            <p:nvPr/>
          </p:nvSpPr>
          <p:spPr>
            <a:xfrm rot="2637262">
              <a:off x="5858533" y="3371391"/>
              <a:ext cx="334744" cy="334744"/>
            </a:xfrm>
            <a:prstGeom prst="teardrop">
              <a:avLst>
                <a:gd name="adj" fmla="val 95976"/>
              </a:avLst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  <p:sp>
          <p:nvSpPr>
            <p:cNvPr id="186" name="Google Shape;607;p39">
              <a:extLst>
                <a:ext uri="{FF2B5EF4-FFF2-40B4-BE49-F238E27FC236}">
                  <a16:creationId xmlns:a16="http://schemas.microsoft.com/office/drawing/2014/main" id="{2B15C32B-08E3-4776-9818-46FF5A149C67}"/>
                </a:ext>
              </a:extLst>
            </p:cNvPr>
            <p:cNvSpPr/>
            <p:nvPr/>
          </p:nvSpPr>
          <p:spPr>
            <a:xfrm flipH="1">
              <a:off x="5958855" y="3478265"/>
              <a:ext cx="134100" cy="13409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a-IR" sz="800" dirty="0">
                  <a:solidFill>
                    <a:schemeClr val="dk1"/>
                  </a:solidFill>
                  <a:latin typeface="Vazir FD-WOL" panose="020B0603030804020204" pitchFamily="34" charset="-78"/>
                  <a:ea typeface="Catamaran"/>
                  <a:cs typeface="Vazir FD-WOL" panose="020B0603030804020204" pitchFamily="34" charset="-78"/>
                  <a:sym typeface="Catamaran"/>
                </a:rPr>
                <a:t>6</a:t>
              </a:r>
              <a:endParaRPr sz="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</p:grpSp>
      <p:sp>
        <p:nvSpPr>
          <p:cNvPr id="187" name="Google Shape;616;p39">
            <a:extLst>
              <a:ext uri="{FF2B5EF4-FFF2-40B4-BE49-F238E27FC236}">
                <a16:creationId xmlns:a16="http://schemas.microsoft.com/office/drawing/2014/main" id="{C328D034-AE93-43FA-BFFB-D797D269CA48}"/>
              </a:ext>
            </a:extLst>
          </p:cNvPr>
          <p:cNvSpPr txBox="1"/>
          <p:nvPr/>
        </p:nvSpPr>
        <p:spPr>
          <a:xfrm>
            <a:off x="8418152" y="777961"/>
            <a:ext cx="623993" cy="35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900" dirty="0">
                <a:solidFill>
                  <a:schemeClr val="dk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rPr>
              <a:t>مقدمه و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900" dirty="0">
                <a:solidFill>
                  <a:schemeClr val="dk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rPr>
              <a:t>بیان مسئله</a:t>
            </a:r>
            <a:endParaRPr sz="900" dirty="0">
              <a:solidFill>
                <a:schemeClr val="dk1"/>
              </a:solidFill>
              <a:latin typeface="Vazir" panose="020B0603030804020204" pitchFamily="34" charset="-78"/>
              <a:ea typeface="Catamaran"/>
              <a:cs typeface="Vazir" panose="020B0603030804020204" pitchFamily="34" charset="-78"/>
              <a:sym typeface="Catamaran"/>
            </a:endParaRPr>
          </a:p>
        </p:txBody>
      </p:sp>
      <p:sp>
        <p:nvSpPr>
          <p:cNvPr id="188" name="Google Shape;616;p39">
            <a:extLst>
              <a:ext uri="{FF2B5EF4-FFF2-40B4-BE49-F238E27FC236}">
                <a16:creationId xmlns:a16="http://schemas.microsoft.com/office/drawing/2014/main" id="{D43DA39D-0842-40F5-8CC7-6A6E67896929}"/>
              </a:ext>
            </a:extLst>
          </p:cNvPr>
          <p:cNvSpPr txBox="1"/>
          <p:nvPr/>
        </p:nvSpPr>
        <p:spPr>
          <a:xfrm>
            <a:off x="6803098" y="1633055"/>
            <a:ext cx="635502" cy="134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900" dirty="0">
                <a:solidFill>
                  <a:schemeClr val="dk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rPr>
              <a:t>مفاهیم</a:t>
            </a:r>
            <a:endParaRPr sz="900" dirty="0">
              <a:solidFill>
                <a:schemeClr val="dk1"/>
              </a:solidFill>
              <a:latin typeface="Vazir" panose="020B0603030804020204" pitchFamily="34" charset="-78"/>
              <a:ea typeface="Catamaran"/>
              <a:cs typeface="Vazir" panose="020B0603030804020204" pitchFamily="34" charset="-78"/>
              <a:sym typeface="Catamaran"/>
            </a:endParaRPr>
          </a:p>
        </p:txBody>
      </p:sp>
      <p:sp>
        <p:nvSpPr>
          <p:cNvPr id="189" name="Google Shape;616;p39">
            <a:extLst>
              <a:ext uri="{FF2B5EF4-FFF2-40B4-BE49-F238E27FC236}">
                <a16:creationId xmlns:a16="http://schemas.microsoft.com/office/drawing/2014/main" id="{65E30DE2-FAF6-45DC-973F-655CF47BC284}"/>
              </a:ext>
            </a:extLst>
          </p:cNvPr>
          <p:cNvSpPr txBox="1"/>
          <p:nvPr/>
        </p:nvSpPr>
        <p:spPr>
          <a:xfrm>
            <a:off x="8372053" y="3698163"/>
            <a:ext cx="727517" cy="194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900" dirty="0">
                <a:solidFill>
                  <a:schemeClr val="dk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rPr>
              <a:t>جمع‌بندی و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900" dirty="0">
                <a:solidFill>
                  <a:schemeClr val="dk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rPr>
              <a:t>پیشنهادات</a:t>
            </a:r>
          </a:p>
        </p:txBody>
      </p:sp>
      <p:sp>
        <p:nvSpPr>
          <p:cNvPr id="190" name="Google Shape;616;p39">
            <a:extLst>
              <a:ext uri="{FF2B5EF4-FFF2-40B4-BE49-F238E27FC236}">
                <a16:creationId xmlns:a16="http://schemas.microsoft.com/office/drawing/2014/main" id="{F6A7202D-3D79-4933-90E6-90207491F687}"/>
              </a:ext>
            </a:extLst>
          </p:cNvPr>
          <p:cNvSpPr txBox="1"/>
          <p:nvPr/>
        </p:nvSpPr>
        <p:spPr>
          <a:xfrm>
            <a:off x="6757091" y="2903363"/>
            <a:ext cx="727517" cy="194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900" dirty="0">
                <a:solidFill>
                  <a:schemeClr val="dk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rPr>
              <a:t>نتایج</a:t>
            </a:r>
            <a:endParaRPr sz="900" dirty="0">
              <a:solidFill>
                <a:schemeClr val="dk1"/>
              </a:solidFill>
              <a:latin typeface="Vazir" panose="020B0603030804020204" pitchFamily="34" charset="-78"/>
              <a:ea typeface="Catamaran"/>
              <a:cs typeface="Vazir" panose="020B0603030804020204" pitchFamily="34" charset="-78"/>
              <a:sym typeface="Catamaran"/>
            </a:endParaRPr>
          </a:p>
        </p:txBody>
      </p:sp>
      <p:sp>
        <p:nvSpPr>
          <p:cNvPr id="191" name="Google Shape;616;p39">
            <a:extLst>
              <a:ext uri="{FF2B5EF4-FFF2-40B4-BE49-F238E27FC236}">
                <a16:creationId xmlns:a16="http://schemas.microsoft.com/office/drawing/2014/main" id="{5772928D-7B6B-4F34-99FE-3F6CF6BE10FB}"/>
              </a:ext>
            </a:extLst>
          </p:cNvPr>
          <p:cNvSpPr txBox="1"/>
          <p:nvPr/>
        </p:nvSpPr>
        <p:spPr>
          <a:xfrm>
            <a:off x="6803098" y="4427975"/>
            <a:ext cx="727517" cy="194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900" dirty="0">
                <a:solidFill>
                  <a:schemeClr val="dk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rPr>
              <a:t>پاسخگویی به سؤالات</a:t>
            </a:r>
            <a:endParaRPr sz="900" dirty="0">
              <a:solidFill>
                <a:schemeClr val="dk1"/>
              </a:solidFill>
              <a:latin typeface="Vazir" panose="020B0603030804020204" pitchFamily="34" charset="-78"/>
              <a:ea typeface="Catamaran"/>
              <a:cs typeface="Vazir" panose="020B0603030804020204" pitchFamily="34" charset="-78"/>
              <a:sym typeface="Catamaran"/>
            </a:endParaRPr>
          </a:p>
        </p:txBody>
      </p:sp>
      <p:sp>
        <p:nvSpPr>
          <p:cNvPr id="192" name="Google Shape;120;p7">
            <a:extLst>
              <a:ext uri="{FF2B5EF4-FFF2-40B4-BE49-F238E27FC236}">
                <a16:creationId xmlns:a16="http://schemas.microsoft.com/office/drawing/2014/main" id="{4A7A9DB2-86BD-43FB-B38F-A71CB541AAC1}"/>
              </a:ext>
            </a:extLst>
          </p:cNvPr>
          <p:cNvSpPr txBox="1">
            <a:spLocks/>
          </p:cNvSpPr>
          <p:nvPr/>
        </p:nvSpPr>
        <p:spPr>
          <a:xfrm>
            <a:off x="114716" y="656300"/>
            <a:ext cx="1199437" cy="39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3970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00" b="0" i="0" u="none" strike="noStrike" cap="none">
                <a:solidFill>
                  <a:schemeClr val="tx1">
                    <a:lumMod val="90000"/>
                    <a:lumOff val="10000"/>
                  </a:schemeClr>
                </a:solidFill>
                <a:latin typeface="Vazir" panose="020B0603030804020204" pitchFamily="34" charset="-78"/>
                <a:ea typeface="Arial"/>
                <a:cs typeface="Vazir" panose="020B0603030804020204" pitchFamily="34" charset="-78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⬡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⬡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a-IR" dirty="0"/>
              <a:t>دانشگاه اصفهان</a:t>
            </a:r>
          </a:p>
          <a:p>
            <a:r>
              <a:rPr lang="fa-IR" dirty="0"/>
              <a:t>دانشکده مهندسی کامپیوتر</a:t>
            </a:r>
          </a:p>
          <a:p>
            <a:r>
              <a:rPr lang="fa-IR" dirty="0"/>
              <a:t>گروه مهندسی فناوری اطلاعات</a:t>
            </a:r>
          </a:p>
        </p:txBody>
      </p:sp>
      <p:sp>
        <p:nvSpPr>
          <p:cNvPr id="193" name="Google Shape;239;p17">
            <a:extLst>
              <a:ext uri="{FF2B5EF4-FFF2-40B4-BE49-F238E27FC236}">
                <a16:creationId xmlns:a16="http://schemas.microsoft.com/office/drawing/2014/main" id="{433169B9-33CE-4384-97B2-534E57CAFC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4533" y="374125"/>
            <a:ext cx="6010500" cy="39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2800" dirty="0">
                <a:latin typeface="Vazir" panose="020B0603030804020204" pitchFamily="34" charset="-78"/>
                <a:cs typeface="Vazir" panose="020B0603030804020204" pitchFamily="34" charset="-78"/>
              </a:rPr>
              <a:t>بخش اول: مقدمه و بیان مسئله</a:t>
            </a:r>
            <a:endParaRPr sz="2800" dirty="0">
              <a:latin typeface="Vazir" panose="020B0603030804020204" pitchFamily="34" charset="-78"/>
              <a:cs typeface="Vazir" panose="020B0603030804020204" pitchFamily="34" charset="-78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10CFCF4-8628-42B8-8354-8EF94DCA1A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7200" y="890322"/>
            <a:ext cx="2411969" cy="1607979"/>
          </a:xfrm>
          <a:prstGeom prst="rect">
            <a:avLst/>
          </a:prstGeom>
        </p:spPr>
      </p:pic>
      <p:pic>
        <p:nvPicPr>
          <p:cNvPr id="195" name="Picture 194">
            <a:extLst>
              <a:ext uri="{FF2B5EF4-FFF2-40B4-BE49-F238E27FC236}">
                <a16:creationId xmlns:a16="http://schemas.microsoft.com/office/drawing/2014/main" id="{584E4491-E7D0-42B6-8DD2-BB219BEB76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506" y="1986862"/>
            <a:ext cx="4618205" cy="271384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56" name="Picture 155">
            <a:extLst>
              <a:ext uri="{FF2B5EF4-FFF2-40B4-BE49-F238E27FC236}">
                <a16:creationId xmlns:a16="http://schemas.microsoft.com/office/drawing/2014/main" id="{4EF587D3-93C6-4C62-B1D5-E84C16FB1E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0684" y="1596106"/>
            <a:ext cx="2862159" cy="1524007"/>
          </a:xfrm>
          <a:prstGeom prst="rect">
            <a:avLst/>
          </a:prstGeom>
        </p:spPr>
      </p:pic>
      <p:sp>
        <p:nvSpPr>
          <p:cNvPr id="217" name="Google Shape;125;p8">
            <a:extLst>
              <a:ext uri="{FF2B5EF4-FFF2-40B4-BE49-F238E27FC236}">
                <a16:creationId xmlns:a16="http://schemas.microsoft.com/office/drawing/2014/main" id="{1C9D5385-CA31-4C5C-BA9E-4B4243D6E0D2}"/>
              </a:ext>
            </a:extLst>
          </p:cNvPr>
          <p:cNvSpPr/>
          <p:nvPr/>
        </p:nvSpPr>
        <p:spPr>
          <a:xfrm>
            <a:off x="8574184" y="4822960"/>
            <a:ext cx="525386" cy="271414"/>
          </a:xfrm>
          <a:custGeom>
            <a:avLst/>
            <a:gdLst/>
            <a:ahLst/>
            <a:cxnLst/>
            <a:rect l="l" t="t" r="r" b="b"/>
            <a:pathLst>
              <a:path w="21598" h="21315" extrusionOk="0">
                <a:moveTo>
                  <a:pt x="21599" y="14389"/>
                </a:moveTo>
                <a:lnTo>
                  <a:pt x="21599" y="6924"/>
                </a:lnTo>
                <a:cubicBezTo>
                  <a:pt x="21599" y="5784"/>
                  <a:pt x="20918" y="4730"/>
                  <a:pt x="19814" y="4161"/>
                </a:cubicBezTo>
                <a:lnTo>
                  <a:pt x="12583" y="428"/>
                </a:lnTo>
                <a:cubicBezTo>
                  <a:pt x="11478" y="-142"/>
                  <a:pt x="10118" y="-142"/>
                  <a:pt x="9013" y="428"/>
                </a:cubicBezTo>
                <a:lnTo>
                  <a:pt x="1783" y="4161"/>
                </a:lnTo>
                <a:cubicBezTo>
                  <a:pt x="679" y="4731"/>
                  <a:pt x="0" y="5784"/>
                  <a:pt x="0" y="6924"/>
                </a:cubicBezTo>
                <a:lnTo>
                  <a:pt x="0" y="14392"/>
                </a:lnTo>
                <a:cubicBezTo>
                  <a:pt x="1" y="15532"/>
                  <a:pt x="681" y="16585"/>
                  <a:pt x="1785" y="17155"/>
                </a:cubicBezTo>
                <a:lnTo>
                  <a:pt x="9016" y="20888"/>
                </a:lnTo>
                <a:cubicBezTo>
                  <a:pt x="10120" y="21458"/>
                  <a:pt x="11481" y="21458"/>
                  <a:pt x="12585" y="20888"/>
                </a:cubicBezTo>
                <a:lnTo>
                  <a:pt x="19816" y="17155"/>
                </a:lnTo>
                <a:cubicBezTo>
                  <a:pt x="20920" y="16584"/>
                  <a:pt x="21600" y="15530"/>
                  <a:pt x="21599" y="14389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fa-IR" sz="1000" i="0" u="none" strike="noStrike" cap="none" dirty="0">
                <a:solidFill>
                  <a:schemeClr val="bg1"/>
                </a:solidFill>
                <a:latin typeface="Vazir FD-WOL" panose="020B0603030804020204" pitchFamily="34" charset="-78"/>
                <a:cs typeface="Vazir FD-WOL" panose="020B0603030804020204" pitchFamily="34" charset="-78"/>
              </a:rPr>
              <a:t>3</a:t>
            </a:r>
            <a:r>
              <a:rPr lang="fa-IR" sz="1000" i="0" u="none" strike="noStrike" cap="none" dirty="0">
                <a:solidFill>
                  <a:schemeClr val="bg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از </a:t>
            </a:r>
            <a:r>
              <a:rPr lang="fa-IR" sz="1000" i="0" u="none" strike="noStrike" cap="none" dirty="0">
                <a:solidFill>
                  <a:schemeClr val="bg1"/>
                </a:solidFill>
                <a:latin typeface="Vazir FD-WOL" panose="020B0603030804020204" pitchFamily="34" charset="-78"/>
                <a:cs typeface="Vazir FD-WOL" panose="020B0603030804020204" pitchFamily="34" charset="-78"/>
              </a:rPr>
              <a:t>19</a:t>
            </a:r>
            <a:endParaRPr sz="1000" i="0" u="none" strike="noStrike" cap="none" dirty="0">
              <a:solidFill>
                <a:schemeClr val="bg1"/>
              </a:solidFill>
              <a:latin typeface="Vazir FD-WOL" panose="020B0603030804020204" pitchFamily="34" charset="-78"/>
              <a:cs typeface="Vazir FD-WOL" panose="020B0603030804020204" pitchFamily="34" charset="-78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92EB0CC-A94B-419A-A4FA-3D53B5B5D1DD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ar-BH" dirty="0">
                <a:latin typeface="Vazir" panose="020B0603030804020204" pitchFamily="34" charset="-78"/>
                <a:cs typeface="Vazir" panose="020B0603030804020204" pitchFamily="34" charset="-78"/>
              </a:rPr>
              <a:t>سحر سرکار - تحلیل ویژگی‌های رادیومیکس برای تشخیص عفونت در ریه - شهریور </a:t>
            </a:r>
            <a:r>
              <a:rPr lang="ar-BH" dirty="0">
                <a:latin typeface="Vazir FD-WOL" panose="020B0603030804020204" pitchFamily="34" charset="-78"/>
                <a:cs typeface="Vazir FD-WOL" panose="020B0603030804020204" pitchFamily="34" charset="-78"/>
              </a:rPr>
              <a:t>1400</a:t>
            </a:r>
            <a:endParaRPr lang="en-US" dirty="0">
              <a:latin typeface="Vazir FD-WOL" panose="020B0603030804020204" pitchFamily="34" charset="-78"/>
              <a:cs typeface="Vazir FD-WOL" panose="020B0603030804020204" pitchFamily="34" charset="-78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5A031A7-13FD-47CE-A02B-DE9AC34C57FE}"/>
              </a:ext>
            </a:extLst>
          </p:cNvPr>
          <p:cNvGrpSpPr/>
          <p:nvPr/>
        </p:nvGrpSpPr>
        <p:grpSpPr>
          <a:xfrm rot="16200000">
            <a:off x="4892224" y="1966620"/>
            <a:ext cx="6152709" cy="886850"/>
            <a:chOff x="0" y="2536120"/>
            <a:chExt cx="9144000" cy="1011043"/>
          </a:xfrm>
        </p:grpSpPr>
        <p:sp>
          <p:nvSpPr>
            <p:cNvPr id="58" name="Google Shape;594;p39">
              <a:extLst>
                <a:ext uri="{FF2B5EF4-FFF2-40B4-BE49-F238E27FC236}">
                  <a16:creationId xmlns:a16="http://schemas.microsoft.com/office/drawing/2014/main" id="{50921073-1AD5-4BF4-B917-0BD453041470}"/>
                </a:ext>
              </a:extLst>
            </p:cNvPr>
            <p:cNvSpPr/>
            <p:nvPr/>
          </p:nvSpPr>
          <p:spPr>
            <a:xfrm>
              <a:off x="0" y="2536120"/>
              <a:ext cx="9144000" cy="1011043"/>
            </a:xfrm>
            <a:custGeom>
              <a:avLst/>
              <a:gdLst/>
              <a:ahLst/>
              <a:cxnLst/>
              <a:rect l="l" t="t" r="r" b="b"/>
              <a:pathLst>
                <a:path w="12192000" h="1348058" extrusionOk="0">
                  <a:moveTo>
                    <a:pt x="12192000" y="0"/>
                  </a:moveTo>
                  <a:lnTo>
                    <a:pt x="10837333" y="0"/>
                  </a:lnTo>
                  <a:cubicBezTo>
                    <a:pt x="10463295" y="0"/>
                    <a:pt x="10160000" y="301773"/>
                    <a:pt x="10160000" y="674029"/>
                  </a:cubicBezTo>
                  <a:lnTo>
                    <a:pt x="10160000" y="674029"/>
                  </a:lnTo>
                  <a:cubicBezTo>
                    <a:pt x="10160000" y="1046281"/>
                    <a:pt x="9856705" y="1348059"/>
                    <a:pt x="9482667" y="1348059"/>
                  </a:cubicBezTo>
                  <a:lnTo>
                    <a:pt x="9482667" y="1348059"/>
                  </a:lnTo>
                  <a:cubicBezTo>
                    <a:pt x="9108581" y="1348059"/>
                    <a:pt x="8805333" y="1046281"/>
                    <a:pt x="8805333" y="674029"/>
                  </a:cubicBezTo>
                  <a:lnTo>
                    <a:pt x="8805333" y="674029"/>
                  </a:lnTo>
                  <a:cubicBezTo>
                    <a:pt x="8805333" y="301773"/>
                    <a:pt x="8502086" y="0"/>
                    <a:pt x="8128000" y="0"/>
                  </a:cubicBezTo>
                  <a:lnTo>
                    <a:pt x="8128000" y="0"/>
                  </a:lnTo>
                  <a:cubicBezTo>
                    <a:pt x="7753915" y="0"/>
                    <a:pt x="7450667" y="301773"/>
                    <a:pt x="7450667" y="674029"/>
                  </a:cubicBezTo>
                  <a:lnTo>
                    <a:pt x="7450667" y="674029"/>
                  </a:lnTo>
                  <a:cubicBezTo>
                    <a:pt x="7450667" y="1046281"/>
                    <a:pt x="7147419" y="1348059"/>
                    <a:pt x="6773334" y="1348059"/>
                  </a:cubicBezTo>
                  <a:lnTo>
                    <a:pt x="6773334" y="1348059"/>
                  </a:lnTo>
                  <a:cubicBezTo>
                    <a:pt x="6399248" y="1348059"/>
                    <a:pt x="6096000" y="1046281"/>
                    <a:pt x="6096000" y="674029"/>
                  </a:cubicBezTo>
                  <a:lnTo>
                    <a:pt x="6096000" y="674029"/>
                  </a:lnTo>
                  <a:cubicBezTo>
                    <a:pt x="6096000" y="301773"/>
                    <a:pt x="5792753" y="0"/>
                    <a:pt x="5418667" y="0"/>
                  </a:cubicBezTo>
                  <a:lnTo>
                    <a:pt x="5418667" y="0"/>
                  </a:lnTo>
                  <a:cubicBezTo>
                    <a:pt x="5044581" y="0"/>
                    <a:pt x="4741334" y="301773"/>
                    <a:pt x="4741334" y="674029"/>
                  </a:cubicBezTo>
                  <a:lnTo>
                    <a:pt x="4741334" y="674029"/>
                  </a:lnTo>
                  <a:cubicBezTo>
                    <a:pt x="4741334" y="1046281"/>
                    <a:pt x="4438076" y="1348059"/>
                    <a:pt x="4064000" y="1348059"/>
                  </a:cubicBezTo>
                  <a:lnTo>
                    <a:pt x="4064000" y="1348059"/>
                  </a:lnTo>
                  <a:cubicBezTo>
                    <a:pt x="3689924" y="1348059"/>
                    <a:pt x="3386667" y="1046281"/>
                    <a:pt x="3386667" y="674029"/>
                  </a:cubicBezTo>
                  <a:lnTo>
                    <a:pt x="3386667" y="674029"/>
                  </a:lnTo>
                  <a:cubicBezTo>
                    <a:pt x="3386667" y="301773"/>
                    <a:pt x="3083410" y="0"/>
                    <a:pt x="2709333" y="0"/>
                  </a:cubicBezTo>
                  <a:lnTo>
                    <a:pt x="2709333" y="0"/>
                  </a:lnTo>
                  <a:cubicBezTo>
                    <a:pt x="2335257" y="0"/>
                    <a:pt x="2032000" y="301773"/>
                    <a:pt x="2032000" y="674029"/>
                  </a:cubicBezTo>
                  <a:lnTo>
                    <a:pt x="2032000" y="674029"/>
                  </a:lnTo>
                  <a:cubicBezTo>
                    <a:pt x="2032000" y="1046281"/>
                    <a:pt x="1728743" y="1348059"/>
                    <a:pt x="1354667" y="1348059"/>
                  </a:cubicBezTo>
                  <a:lnTo>
                    <a:pt x="0" y="1348059"/>
                  </a:lnTo>
                </a:path>
              </a:pathLst>
            </a:custGeom>
            <a:noFill/>
            <a:ln w="228600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Vazir" panose="020B0603030804020204" pitchFamily="34" charset="-78"/>
                <a:ea typeface="Calibri"/>
                <a:cs typeface="Vazir" panose="020B0603030804020204" pitchFamily="34" charset="-78"/>
                <a:sym typeface="Calibri"/>
              </a:endParaRPr>
            </a:p>
          </p:txBody>
        </p:sp>
        <p:sp>
          <p:nvSpPr>
            <p:cNvPr id="59" name="Google Shape;595;p39">
              <a:extLst>
                <a:ext uri="{FF2B5EF4-FFF2-40B4-BE49-F238E27FC236}">
                  <a16:creationId xmlns:a16="http://schemas.microsoft.com/office/drawing/2014/main" id="{80BD9715-5D54-48BA-8232-EBD61376B29C}"/>
                </a:ext>
              </a:extLst>
            </p:cNvPr>
            <p:cNvSpPr/>
            <p:nvPr/>
          </p:nvSpPr>
          <p:spPr>
            <a:xfrm>
              <a:off x="0" y="2536120"/>
              <a:ext cx="9144000" cy="1011043"/>
            </a:xfrm>
            <a:custGeom>
              <a:avLst/>
              <a:gdLst/>
              <a:ahLst/>
              <a:cxnLst/>
              <a:rect l="l" t="t" r="r" b="b"/>
              <a:pathLst>
                <a:path w="12192000" h="1348058" extrusionOk="0">
                  <a:moveTo>
                    <a:pt x="12192000" y="0"/>
                  </a:moveTo>
                  <a:lnTo>
                    <a:pt x="10837333" y="0"/>
                  </a:lnTo>
                  <a:cubicBezTo>
                    <a:pt x="10463295" y="0"/>
                    <a:pt x="10160000" y="301773"/>
                    <a:pt x="10160000" y="674029"/>
                  </a:cubicBezTo>
                  <a:lnTo>
                    <a:pt x="10160000" y="674029"/>
                  </a:lnTo>
                  <a:cubicBezTo>
                    <a:pt x="10160000" y="1046281"/>
                    <a:pt x="9856705" y="1348059"/>
                    <a:pt x="9482667" y="1348059"/>
                  </a:cubicBezTo>
                  <a:lnTo>
                    <a:pt x="9482667" y="1348059"/>
                  </a:lnTo>
                  <a:cubicBezTo>
                    <a:pt x="9108581" y="1348059"/>
                    <a:pt x="8805333" y="1046281"/>
                    <a:pt x="8805333" y="674029"/>
                  </a:cubicBezTo>
                  <a:lnTo>
                    <a:pt x="8805333" y="674029"/>
                  </a:lnTo>
                  <a:cubicBezTo>
                    <a:pt x="8805333" y="301773"/>
                    <a:pt x="8502086" y="0"/>
                    <a:pt x="8128000" y="0"/>
                  </a:cubicBezTo>
                  <a:lnTo>
                    <a:pt x="8128000" y="0"/>
                  </a:lnTo>
                  <a:cubicBezTo>
                    <a:pt x="7753915" y="0"/>
                    <a:pt x="7450667" y="301773"/>
                    <a:pt x="7450667" y="674029"/>
                  </a:cubicBezTo>
                  <a:lnTo>
                    <a:pt x="7450667" y="674029"/>
                  </a:lnTo>
                  <a:cubicBezTo>
                    <a:pt x="7450667" y="1046281"/>
                    <a:pt x="7147419" y="1348059"/>
                    <a:pt x="6773334" y="1348059"/>
                  </a:cubicBezTo>
                  <a:lnTo>
                    <a:pt x="6773334" y="1348059"/>
                  </a:lnTo>
                  <a:cubicBezTo>
                    <a:pt x="6399248" y="1348059"/>
                    <a:pt x="6096000" y="1046281"/>
                    <a:pt x="6096000" y="674029"/>
                  </a:cubicBezTo>
                  <a:lnTo>
                    <a:pt x="6096000" y="674029"/>
                  </a:lnTo>
                  <a:cubicBezTo>
                    <a:pt x="6096000" y="301773"/>
                    <a:pt x="5792753" y="0"/>
                    <a:pt x="5418667" y="0"/>
                  </a:cubicBezTo>
                  <a:lnTo>
                    <a:pt x="5418667" y="0"/>
                  </a:lnTo>
                  <a:cubicBezTo>
                    <a:pt x="5044581" y="0"/>
                    <a:pt x="4741334" y="301773"/>
                    <a:pt x="4741334" y="674029"/>
                  </a:cubicBezTo>
                  <a:lnTo>
                    <a:pt x="4741334" y="674029"/>
                  </a:lnTo>
                  <a:cubicBezTo>
                    <a:pt x="4741334" y="1046281"/>
                    <a:pt x="4438076" y="1348059"/>
                    <a:pt x="4064000" y="1348059"/>
                  </a:cubicBezTo>
                  <a:lnTo>
                    <a:pt x="4064000" y="1348059"/>
                  </a:lnTo>
                  <a:cubicBezTo>
                    <a:pt x="3689924" y="1348059"/>
                    <a:pt x="3386667" y="1046281"/>
                    <a:pt x="3386667" y="674029"/>
                  </a:cubicBezTo>
                  <a:lnTo>
                    <a:pt x="3386667" y="674029"/>
                  </a:lnTo>
                  <a:cubicBezTo>
                    <a:pt x="3386667" y="301773"/>
                    <a:pt x="3083410" y="0"/>
                    <a:pt x="2709333" y="0"/>
                  </a:cubicBezTo>
                  <a:lnTo>
                    <a:pt x="2709333" y="0"/>
                  </a:lnTo>
                  <a:cubicBezTo>
                    <a:pt x="2335257" y="0"/>
                    <a:pt x="2032000" y="301773"/>
                    <a:pt x="2032000" y="674029"/>
                  </a:cubicBezTo>
                  <a:lnTo>
                    <a:pt x="2032000" y="674029"/>
                  </a:lnTo>
                  <a:cubicBezTo>
                    <a:pt x="2032000" y="1046281"/>
                    <a:pt x="1728743" y="1348059"/>
                    <a:pt x="1354667" y="1348059"/>
                  </a:cubicBezTo>
                  <a:lnTo>
                    <a:pt x="0" y="1348059"/>
                  </a:lnTo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dash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Vazir" panose="020B0603030804020204" pitchFamily="34" charset="-78"/>
                <a:ea typeface="Calibri"/>
                <a:cs typeface="Vazir" panose="020B0603030804020204" pitchFamily="34" charset="-78"/>
                <a:sym typeface="Calibri"/>
              </a:endParaRPr>
            </a:p>
          </p:txBody>
        </p:sp>
      </p:grpSp>
      <p:sp>
        <p:nvSpPr>
          <p:cNvPr id="122" name="Google Shape;616;p39">
            <a:extLst>
              <a:ext uri="{FF2B5EF4-FFF2-40B4-BE49-F238E27FC236}">
                <a16:creationId xmlns:a16="http://schemas.microsoft.com/office/drawing/2014/main" id="{F29FF600-2F87-4B4C-95EA-EF55460CBCEA}"/>
              </a:ext>
            </a:extLst>
          </p:cNvPr>
          <p:cNvSpPr txBox="1"/>
          <p:nvPr/>
        </p:nvSpPr>
        <p:spPr>
          <a:xfrm>
            <a:off x="8372054" y="2255511"/>
            <a:ext cx="727517" cy="194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900" dirty="0">
                <a:solidFill>
                  <a:schemeClr val="dk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rPr>
              <a:t>روش پیشنهادی</a:t>
            </a:r>
            <a:endParaRPr sz="900" dirty="0">
              <a:solidFill>
                <a:schemeClr val="dk1"/>
              </a:solidFill>
              <a:latin typeface="Vazir" panose="020B0603030804020204" pitchFamily="34" charset="-78"/>
              <a:ea typeface="Catamaran"/>
              <a:cs typeface="Vazir" panose="020B0603030804020204" pitchFamily="34" charset="-78"/>
              <a:sym typeface="Catamaran"/>
            </a:endParaRPr>
          </a:p>
        </p:txBody>
      </p: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A2931612-A263-42C4-9F74-FD8FD8FE4783}"/>
              </a:ext>
            </a:extLst>
          </p:cNvPr>
          <p:cNvGrpSpPr/>
          <p:nvPr/>
        </p:nvGrpSpPr>
        <p:grpSpPr>
          <a:xfrm>
            <a:off x="6958941" y="1229022"/>
            <a:ext cx="334744" cy="334744"/>
            <a:chOff x="5858533" y="3371391"/>
            <a:chExt cx="334744" cy="334744"/>
          </a:xfrm>
        </p:grpSpPr>
        <p:sp>
          <p:nvSpPr>
            <p:cNvPr id="161" name="Google Shape;606;p39">
              <a:extLst>
                <a:ext uri="{FF2B5EF4-FFF2-40B4-BE49-F238E27FC236}">
                  <a16:creationId xmlns:a16="http://schemas.microsoft.com/office/drawing/2014/main" id="{9A8714E9-F157-4C6C-8C36-CF5D87D403B3}"/>
                </a:ext>
              </a:extLst>
            </p:cNvPr>
            <p:cNvSpPr/>
            <p:nvPr/>
          </p:nvSpPr>
          <p:spPr>
            <a:xfrm rot="2637262">
              <a:off x="5858533" y="3371391"/>
              <a:ext cx="334744" cy="334744"/>
            </a:xfrm>
            <a:prstGeom prst="teardrop">
              <a:avLst>
                <a:gd name="adj" fmla="val 95976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  <p:sp>
          <p:nvSpPr>
            <p:cNvPr id="162" name="Google Shape;607;p39">
              <a:extLst>
                <a:ext uri="{FF2B5EF4-FFF2-40B4-BE49-F238E27FC236}">
                  <a16:creationId xmlns:a16="http://schemas.microsoft.com/office/drawing/2014/main" id="{7BBF0579-51AE-48EA-A3E0-5FBFDD196F32}"/>
                </a:ext>
              </a:extLst>
            </p:cNvPr>
            <p:cNvSpPr/>
            <p:nvPr/>
          </p:nvSpPr>
          <p:spPr>
            <a:xfrm flipH="1">
              <a:off x="5958855" y="3478265"/>
              <a:ext cx="134100" cy="13409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a-IR" sz="800" dirty="0">
                  <a:solidFill>
                    <a:schemeClr val="dk1"/>
                  </a:solidFill>
                  <a:latin typeface="Vazir FD-WOL" panose="020B0603030804020204" pitchFamily="34" charset="-78"/>
                  <a:ea typeface="Catamaran"/>
                  <a:cs typeface="Vazir FD-WOL" panose="020B0603030804020204" pitchFamily="34" charset="-78"/>
                  <a:sym typeface="Catamaran"/>
                </a:rPr>
                <a:t>2</a:t>
              </a:r>
              <a:endParaRPr sz="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F607B433-AF5E-4FE8-A066-3EDBF6E125E8}"/>
              </a:ext>
            </a:extLst>
          </p:cNvPr>
          <p:cNvGrpSpPr/>
          <p:nvPr/>
        </p:nvGrpSpPr>
        <p:grpSpPr>
          <a:xfrm>
            <a:off x="8616854" y="1901496"/>
            <a:ext cx="334744" cy="334744"/>
            <a:chOff x="5858533" y="3371391"/>
            <a:chExt cx="334744" cy="334744"/>
          </a:xfrm>
        </p:grpSpPr>
        <p:sp>
          <p:nvSpPr>
            <p:cNvPr id="170" name="Google Shape;606;p39">
              <a:extLst>
                <a:ext uri="{FF2B5EF4-FFF2-40B4-BE49-F238E27FC236}">
                  <a16:creationId xmlns:a16="http://schemas.microsoft.com/office/drawing/2014/main" id="{D23848B0-940E-4BA6-9198-E37E59821155}"/>
                </a:ext>
              </a:extLst>
            </p:cNvPr>
            <p:cNvSpPr/>
            <p:nvPr/>
          </p:nvSpPr>
          <p:spPr>
            <a:xfrm rot="13248051">
              <a:off x="5858533" y="3371391"/>
              <a:ext cx="334744" cy="334744"/>
            </a:xfrm>
            <a:prstGeom prst="teardrop">
              <a:avLst>
                <a:gd name="adj" fmla="val 95976"/>
              </a:avLst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  <p:sp>
          <p:nvSpPr>
            <p:cNvPr id="171" name="Google Shape;607;p39">
              <a:extLst>
                <a:ext uri="{FF2B5EF4-FFF2-40B4-BE49-F238E27FC236}">
                  <a16:creationId xmlns:a16="http://schemas.microsoft.com/office/drawing/2014/main" id="{3161D906-0AB7-4435-B6E0-65FA3088814F}"/>
                </a:ext>
              </a:extLst>
            </p:cNvPr>
            <p:cNvSpPr/>
            <p:nvPr/>
          </p:nvSpPr>
          <p:spPr>
            <a:xfrm flipH="1">
              <a:off x="5958855" y="3478265"/>
              <a:ext cx="134100" cy="13409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a-IR" sz="800" dirty="0">
                  <a:solidFill>
                    <a:schemeClr val="dk1"/>
                  </a:solidFill>
                  <a:latin typeface="Vazir FD-WOL" panose="020B0603030804020204" pitchFamily="34" charset="-78"/>
                  <a:ea typeface="Catamaran"/>
                  <a:cs typeface="Vazir FD-WOL" panose="020B0603030804020204" pitchFamily="34" charset="-78"/>
                  <a:sym typeface="Catamaran"/>
                </a:rPr>
                <a:t>3</a:t>
              </a:r>
              <a:endParaRPr sz="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</p:grp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85FB2DA9-9820-4E5E-A3C0-913754982C04}"/>
              </a:ext>
            </a:extLst>
          </p:cNvPr>
          <p:cNvGrpSpPr/>
          <p:nvPr/>
        </p:nvGrpSpPr>
        <p:grpSpPr>
          <a:xfrm>
            <a:off x="8619860" y="488928"/>
            <a:ext cx="334744" cy="334744"/>
            <a:chOff x="5858533" y="3371391"/>
            <a:chExt cx="334744" cy="334744"/>
          </a:xfrm>
        </p:grpSpPr>
        <p:sp>
          <p:nvSpPr>
            <p:cNvPr id="176" name="Google Shape;606;p39">
              <a:extLst>
                <a:ext uri="{FF2B5EF4-FFF2-40B4-BE49-F238E27FC236}">
                  <a16:creationId xmlns:a16="http://schemas.microsoft.com/office/drawing/2014/main" id="{BFA6331C-330F-4A0C-8BEC-20A79F762588}"/>
                </a:ext>
              </a:extLst>
            </p:cNvPr>
            <p:cNvSpPr/>
            <p:nvPr/>
          </p:nvSpPr>
          <p:spPr>
            <a:xfrm rot="13248051">
              <a:off x="5858533" y="3371391"/>
              <a:ext cx="334744" cy="334744"/>
            </a:xfrm>
            <a:prstGeom prst="teardrop">
              <a:avLst>
                <a:gd name="adj" fmla="val 95976"/>
              </a:avLst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  <p:sp>
          <p:nvSpPr>
            <p:cNvPr id="177" name="Google Shape;607;p39">
              <a:extLst>
                <a:ext uri="{FF2B5EF4-FFF2-40B4-BE49-F238E27FC236}">
                  <a16:creationId xmlns:a16="http://schemas.microsoft.com/office/drawing/2014/main" id="{9F67978A-2AB8-458F-BBAE-796DDE89B0BF}"/>
                </a:ext>
              </a:extLst>
            </p:cNvPr>
            <p:cNvSpPr/>
            <p:nvPr/>
          </p:nvSpPr>
          <p:spPr>
            <a:xfrm flipH="1">
              <a:off x="5958855" y="3478265"/>
              <a:ext cx="134100" cy="13409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a-IR" sz="800" dirty="0">
                  <a:solidFill>
                    <a:schemeClr val="dk1"/>
                  </a:solidFill>
                  <a:latin typeface="Vazir FD-WOL" panose="020B0603030804020204" pitchFamily="34" charset="-78"/>
                  <a:ea typeface="Catamaran"/>
                  <a:cs typeface="Vazir FD-WOL" panose="020B0603030804020204" pitchFamily="34" charset="-78"/>
                  <a:sym typeface="Catamaran"/>
                </a:rPr>
                <a:t>1</a:t>
              </a:r>
              <a:endParaRPr sz="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</p:grp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705762E8-5DA5-46C0-B527-8EB0E2381A3A}"/>
              </a:ext>
            </a:extLst>
          </p:cNvPr>
          <p:cNvGrpSpPr/>
          <p:nvPr/>
        </p:nvGrpSpPr>
        <p:grpSpPr>
          <a:xfrm>
            <a:off x="8613156" y="3244845"/>
            <a:ext cx="334744" cy="334744"/>
            <a:chOff x="5858533" y="3371391"/>
            <a:chExt cx="334744" cy="334744"/>
          </a:xfrm>
        </p:grpSpPr>
        <p:sp>
          <p:nvSpPr>
            <p:cNvPr id="179" name="Google Shape;606;p39">
              <a:extLst>
                <a:ext uri="{FF2B5EF4-FFF2-40B4-BE49-F238E27FC236}">
                  <a16:creationId xmlns:a16="http://schemas.microsoft.com/office/drawing/2014/main" id="{1C268A1C-94D1-45A0-8AAB-024E02FECA32}"/>
                </a:ext>
              </a:extLst>
            </p:cNvPr>
            <p:cNvSpPr/>
            <p:nvPr/>
          </p:nvSpPr>
          <p:spPr>
            <a:xfrm rot="13248051">
              <a:off x="5858533" y="3371391"/>
              <a:ext cx="334744" cy="334744"/>
            </a:xfrm>
            <a:prstGeom prst="teardrop">
              <a:avLst>
                <a:gd name="adj" fmla="val 95976"/>
              </a:avLst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  <p:sp>
          <p:nvSpPr>
            <p:cNvPr id="180" name="Google Shape;607;p39">
              <a:extLst>
                <a:ext uri="{FF2B5EF4-FFF2-40B4-BE49-F238E27FC236}">
                  <a16:creationId xmlns:a16="http://schemas.microsoft.com/office/drawing/2014/main" id="{40FDC796-3573-41A2-8118-388C2B9B2C51}"/>
                </a:ext>
              </a:extLst>
            </p:cNvPr>
            <p:cNvSpPr/>
            <p:nvPr/>
          </p:nvSpPr>
          <p:spPr>
            <a:xfrm flipH="1">
              <a:off x="5958855" y="3478265"/>
              <a:ext cx="134100" cy="13409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a-IR" sz="800" dirty="0">
                  <a:solidFill>
                    <a:schemeClr val="dk1"/>
                  </a:solidFill>
                  <a:latin typeface="Vazir FD-WOL" panose="020B0603030804020204" pitchFamily="34" charset="-78"/>
                  <a:ea typeface="Catamaran"/>
                  <a:cs typeface="Vazir FD-WOL" panose="020B0603030804020204" pitchFamily="34" charset="-78"/>
                  <a:sym typeface="Catamaran"/>
                </a:rPr>
                <a:t>5</a:t>
              </a:r>
              <a:endParaRPr sz="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</p:grpSp>
      <p:grpSp>
        <p:nvGrpSpPr>
          <p:cNvPr id="181" name="Group 180">
            <a:extLst>
              <a:ext uri="{FF2B5EF4-FFF2-40B4-BE49-F238E27FC236}">
                <a16:creationId xmlns:a16="http://schemas.microsoft.com/office/drawing/2014/main" id="{380C664D-E262-42DF-9AF4-C6DA7AD3878D}"/>
              </a:ext>
            </a:extLst>
          </p:cNvPr>
          <p:cNvGrpSpPr/>
          <p:nvPr/>
        </p:nvGrpSpPr>
        <p:grpSpPr>
          <a:xfrm>
            <a:off x="6958941" y="2571750"/>
            <a:ext cx="334744" cy="334744"/>
            <a:chOff x="5858533" y="3371391"/>
            <a:chExt cx="334744" cy="334744"/>
          </a:xfrm>
        </p:grpSpPr>
        <p:sp>
          <p:nvSpPr>
            <p:cNvPr id="182" name="Google Shape;606;p39">
              <a:extLst>
                <a:ext uri="{FF2B5EF4-FFF2-40B4-BE49-F238E27FC236}">
                  <a16:creationId xmlns:a16="http://schemas.microsoft.com/office/drawing/2014/main" id="{8D4DD1D8-DC73-417E-87FD-1AAB18F94AA8}"/>
                </a:ext>
              </a:extLst>
            </p:cNvPr>
            <p:cNvSpPr/>
            <p:nvPr/>
          </p:nvSpPr>
          <p:spPr>
            <a:xfrm rot="2637262">
              <a:off x="5858533" y="3371391"/>
              <a:ext cx="334744" cy="334744"/>
            </a:xfrm>
            <a:prstGeom prst="teardrop">
              <a:avLst>
                <a:gd name="adj" fmla="val 95976"/>
              </a:avLst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  <p:sp>
          <p:nvSpPr>
            <p:cNvPr id="183" name="Google Shape;607;p39">
              <a:extLst>
                <a:ext uri="{FF2B5EF4-FFF2-40B4-BE49-F238E27FC236}">
                  <a16:creationId xmlns:a16="http://schemas.microsoft.com/office/drawing/2014/main" id="{39033152-8FC9-4C4E-854F-CEF81B77D2D2}"/>
                </a:ext>
              </a:extLst>
            </p:cNvPr>
            <p:cNvSpPr/>
            <p:nvPr/>
          </p:nvSpPr>
          <p:spPr>
            <a:xfrm flipH="1">
              <a:off x="5958855" y="3478265"/>
              <a:ext cx="134100" cy="13409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a-IR" sz="800" dirty="0">
                  <a:solidFill>
                    <a:schemeClr val="dk1"/>
                  </a:solidFill>
                  <a:latin typeface="Vazir FD-WOL" panose="020B0603030804020204" pitchFamily="34" charset="-78"/>
                  <a:ea typeface="Catamaran"/>
                  <a:cs typeface="Vazir FD-WOL" panose="020B0603030804020204" pitchFamily="34" charset="-78"/>
                  <a:sym typeface="Catamaran"/>
                </a:rPr>
                <a:t>4</a:t>
              </a:r>
              <a:endParaRPr sz="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</p:grp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E845D49F-CFC4-4A8D-843F-F2B2EE601941}"/>
              </a:ext>
            </a:extLst>
          </p:cNvPr>
          <p:cNvGrpSpPr/>
          <p:nvPr/>
        </p:nvGrpSpPr>
        <p:grpSpPr>
          <a:xfrm>
            <a:off x="6958941" y="3958304"/>
            <a:ext cx="334744" cy="334744"/>
            <a:chOff x="5858533" y="3371391"/>
            <a:chExt cx="334744" cy="334744"/>
          </a:xfrm>
        </p:grpSpPr>
        <p:sp>
          <p:nvSpPr>
            <p:cNvPr id="185" name="Google Shape;606;p39">
              <a:extLst>
                <a:ext uri="{FF2B5EF4-FFF2-40B4-BE49-F238E27FC236}">
                  <a16:creationId xmlns:a16="http://schemas.microsoft.com/office/drawing/2014/main" id="{E0339356-B776-4ADB-BB33-A8E458CBF95F}"/>
                </a:ext>
              </a:extLst>
            </p:cNvPr>
            <p:cNvSpPr/>
            <p:nvPr/>
          </p:nvSpPr>
          <p:spPr>
            <a:xfrm rot="2637262">
              <a:off x="5858533" y="3371391"/>
              <a:ext cx="334744" cy="334744"/>
            </a:xfrm>
            <a:prstGeom prst="teardrop">
              <a:avLst>
                <a:gd name="adj" fmla="val 95976"/>
              </a:avLst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  <p:sp>
          <p:nvSpPr>
            <p:cNvPr id="186" name="Google Shape;607;p39">
              <a:extLst>
                <a:ext uri="{FF2B5EF4-FFF2-40B4-BE49-F238E27FC236}">
                  <a16:creationId xmlns:a16="http://schemas.microsoft.com/office/drawing/2014/main" id="{2B15C32B-08E3-4776-9818-46FF5A149C67}"/>
                </a:ext>
              </a:extLst>
            </p:cNvPr>
            <p:cNvSpPr/>
            <p:nvPr/>
          </p:nvSpPr>
          <p:spPr>
            <a:xfrm flipH="1">
              <a:off x="5958855" y="3478265"/>
              <a:ext cx="134100" cy="13409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a-IR" sz="800" dirty="0">
                  <a:solidFill>
                    <a:schemeClr val="dk1"/>
                  </a:solidFill>
                  <a:latin typeface="Vazir FD-WOL" panose="020B0603030804020204" pitchFamily="34" charset="-78"/>
                  <a:ea typeface="Catamaran"/>
                  <a:cs typeface="Vazir FD-WOL" panose="020B0603030804020204" pitchFamily="34" charset="-78"/>
                  <a:sym typeface="Catamaran"/>
                </a:rPr>
                <a:t>6</a:t>
              </a:r>
              <a:endParaRPr sz="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</p:grpSp>
      <p:sp>
        <p:nvSpPr>
          <p:cNvPr id="187" name="Google Shape;616;p39">
            <a:extLst>
              <a:ext uri="{FF2B5EF4-FFF2-40B4-BE49-F238E27FC236}">
                <a16:creationId xmlns:a16="http://schemas.microsoft.com/office/drawing/2014/main" id="{C328D034-AE93-43FA-BFFB-D797D269CA48}"/>
              </a:ext>
            </a:extLst>
          </p:cNvPr>
          <p:cNvSpPr txBox="1"/>
          <p:nvPr/>
        </p:nvSpPr>
        <p:spPr>
          <a:xfrm>
            <a:off x="8418152" y="777961"/>
            <a:ext cx="623993" cy="35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900" dirty="0">
                <a:solidFill>
                  <a:schemeClr val="dk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rPr>
              <a:t>مقدمه و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900" dirty="0">
                <a:solidFill>
                  <a:schemeClr val="dk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rPr>
              <a:t>بیان مسئله</a:t>
            </a:r>
            <a:endParaRPr sz="900" dirty="0">
              <a:solidFill>
                <a:schemeClr val="dk1"/>
              </a:solidFill>
              <a:latin typeface="Vazir" panose="020B0603030804020204" pitchFamily="34" charset="-78"/>
              <a:ea typeface="Catamaran"/>
              <a:cs typeface="Vazir" panose="020B0603030804020204" pitchFamily="34" charset="-78"/>
              <a:sym typeface="Catamaran"/>
            </a:endParaRPr>
          </a:p>
        </p:txBody>
      </p:sp>
      <p:sp>
        <p:nvSpPr>
          <p:cNvPr id="188" name="Google Shape;616;p39">
            <a:extLst>
              <a:ext uri="{FF2B5EF4-FFF2-40B4-BE49-F238E27FC236}">
                <a16:creationId xmlns:a16="http://schemas.microsoft.com/office/drawing/2014/main" id="{D43DA39D-0842-40F5-8CC7-6A6E67896929}"/>
              </a:ext>
            </a:extLst>
          </p:cNvPr>
          <p:cNvSpPr txBox="1"/>
          <p:nvPr/>
        </p:nvSpPr>
        <p:spPr>
          <a:xfrm>
            <a:off x="6803098" y="1633055"/>
            <a:ext cx="635502" cy="134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900" dirty="0">
                <a:solidFill>
                  <a:schemeClr val="dk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rPr>
              <a:t>مفاهیم</a:t>
            </a:r>
            <a:endParaRPr sz="900" dirty="0">
              <a:solidFill>
                <a:schemeClr val="dk1"/>
              </a:solidFill>
              <a:latin typeface="Vazir" panose="020B0603030804020204" pitchFamily="34" charset="-78"/>
              <a:ea typeface="Catamaran"/>
              <a:cs typeface="Vazir" panose="020B0603030804020204" pitchFamily="34" charset="-78"/>
              <a:sym typeface="Catamaran"/>
            </a:endParaRPr>
          </a:p>
        </p:txBody>
      </p:sp>
      <p:sp>
        <p:nvSpPr>
          <p:cNvPr id="189" name="Google Shape;616;p39">
            <a:extLst>
              <a:ext uri="{FF2B5EF4-FFF2-40B4-BE49-F238E27FC236}">
                <a16:creationId xmlns:a16="http://schemas.microsoft.com/office/drawing/2014/main" id="{65E30DE2-FAF6-45DC-973F-655CF47BC284}"/>
              </a:ext>
            </a:extLst>
          </p:cNvPr>
          <p:cNvSpPr txBox="1"/>
          <p:nvPr/>
        </p:nvSpPr>
        <p:spPr>
          <a:xfrm>
            <a:off x="8372053" y="3698163"/>
            <a:ext cx="727517" cy="194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900" dirty="0">
                <a:solidFill>
                  <a:schemeClr val="dk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rPr>
              <a:t>جمع‌بندی و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900" dirty="0">
                <a:solidFill>
                  <a:schemeClr val="dk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rPr>
              <a:t>پیشنهادات</a:t>
            </a:r>
          </a:p>
        </p:txBody>
      </p:sp>
      <p:sp>
        <p:nvSpPr>
          <p:cNvPr id="190" name="Google Shape;616;p39">
            <a:extLst>
              <a:ext uri="{FF2B5EF4-FFF2-40B4-BE49-F238E27FC236}">
                <a16:creationId xmlns:a16="http://schemas.microsoft.com/office/drawing/2014/main" id="{F6A7202D-3D79-4933-90E6-90207491F687}"/>
              </a:ext>
            </a:extLst>
          </p:cNvPr>
          <p:cNvSpPr txBox="1"/>
          <p:nvPr/>
        </p:nvSpPr>
        <p:spPr>
          <a:xfrm>
            <a:off x="6757091" y="2903363"/>
            <a:ext cx="727517" cy="194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900" dirty="0">
                <a:solidFill>
                  <a:schemeClr val="dk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rPr>
              <a:t>نتایج</a:t>
            </a:r>
            <a:endParaRPr sz="900" dirty="0">
              <a:solidFill>
                <a:schemeClr val="dk1"/>
              </a:solidFill>
              <a:latin typeface="Vazir" panose="020B0603030804020204" pitchFamily="34" charset="-78"/>
              <a:ea typeface="Catamaran"/>
              <a:cs typeface="Vazir" panose="020B0603030804020204" pitchFamily="34" charset="-78"/>
              <a:sym typeface="Catamaran"/>
            </a:endParaRPr>
          </a:p>
        </p:txBody>
      </p:sp>
      <p:sp>
        <p:nvSpPr>
          <p:cNvPr id="191" name="Google Shape;616;p39">
            <a:extLst>
              <a:ext uri="{FF2B5EF4-FFF2-40B4-BE49-F238E27FC236}">
                <a16:creationId xmlns:a16="http://schemas.microsoft.com/office/drawing/2014/main" id="{5772928D-7B6B-4F34-99FE-3F6CF6BE10FB}"/>
              </a:ext>
            </a:extLst>
          </p:cNvPr>
          <p:cNvSpPr txBox="1"/>
          <p:nvPr/>
        </p:nvSpPr>
        <p:spPr>
          <a:xfrm>
            <a:off x="6803098" y="4427975"/>
            <a:ext cx="727517" cy="194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900" dirty="0">
                <a:solidFill>
                  <a:schemeClr val="dk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rPr>
              <a:t>پاسخگویی به سؤالات</a:t>
            </a:r>
            <a:endParaRPr sz="900" dirty="0">
              <a:solidFill>
                <a:schemeClr val="dk1"/>
              </a:solidFill>
              <a:latin typeface="Vazir" panose="020B0603030804020204" pitchFamily="34" charset="-78"/>
              <a:ea typeface="Catamaran"/>
              <a:cs typeface="Vazir" panose="020B0603030804020204" pitchFamily="34" charset="-78"/>
              <a:sym typeface="Catamaran"/>
            </a:endParaRPr>
          </a:p>
        </p:txBody>
      </p:sp>
      <p:sp>
        <p:nvSpPr>
          <p:cNvPr id="192" name="Google Shape;120;p7">
            <a:extLst>
              <a:ext uri="{FF2B5EF4-FFF2-40B4-BE49-F238E27FC236}">
                <a16:creationId xmlns:a16="http://schemas.microsoft.com/office/drawing/2014/main" id="{4A7A9DB2-86BD-43FB-B38F-A71CB541AAC1}"/>
              </a:ext>
            </a:extLst>
          </p:cNvPr>
          <p:cNvSpPr txBox="1">
            <a:spLocks/>
          </p:cNvSpPr>
          <p:nvPr/>
        </p:nvSpPr>
        <p:spPr>
          <a:xfrm>
            <a:off x="114716" y="656300"/>
            <a:ext cx="1199437" cy="39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3970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00" b="0" i="0" u="none" strike="noStrike" cap="none">
                <a:solidFill>
                  <a:schemeClr val="tx1">
                    <a:lumMod val="90000"/>
                    <a:lumOff val="10000"/>
                  </a:schemeClr>
                </a:solidFill>
                <a:latin typeface="Vazir" panose="020B0603030804020204" pitchFamily="34" charset="-78"/>
                <a:ea typeface="Arial"/>
                <a:cs typeface="Vazir" panose="020B0603030804020204" pitchFamily="34" charset="-78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⬡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⬡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a-IR" dirty="0"/>
              <a:t>دانشگاه اصفهان</a:t>
            </a:r>
          </a:p>
          <a:p>
            <a:r>
              <a:rPr lang="fa-IR" dirty="0"/>
              <a:t>دانشکده مهندسی کامپیوتر</a:t>
            </a:r>
          </a:p>
          <a:p>
            <a:r>
              <a:rPr lang="fa-IR" dirty="0"/>
              <a:t>گروه مهندسی فناوری اطلاعات</a:t>
            </a:r>
          </a:p>
        </p:txBody>
      </p:sp>
      <p:sp>
        <p:nvSpPr>
          <p:cNvPr id="193" name="Google Shape;239;p17">
            <a:extLst>
              <a:ext uri="{FF2B5EF4-FFF2-40B4-BE49-F238E27FC236}">
                <a16:creationId xmlns:a16="http://schemas.microsoft.com/office/drawing/2014/main" id="{433169B9-33CE-4384-97B2-534E57CAFC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4533" y="366505"/>
            <a:ext cx="6010500" cy="39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2800" dirty="0">
                <a:latin typeface="Vazir" panose="020B0603030804020204" pitchFamily="34" charset="-78"/>
                <a:cs typeface="Vazir" panose="020B0603030804020204" pitchFamily="34" charset="-78"/>
              </a:rPr>
              <a:t>بخش دوم: مفاهیم</a:t>
            </a:r>
            <a:endParaRPr sz="2800" dirty="0">
              <a:latin typeface="Vazir" panose="020B0603030804020204" pitchFamily="34" charset="-78"/>
              <a:cs typeface="Vazir" panose="020B0603030804020204" pitchFamily="34" charset="-78"/>
            </a:endParaRPr>
          </a:p>
        </p:txBody>
      </p:sp>
      <p:sp>
        <p:nvSpPr>
          <p:cNvPr id="217" name="Google Shape;125;p8">
            <a:extLst>
              <a:ext uri="{FF2B5EF4-FFF2-40B4-BE49-F238E27FC236}">
                <a16:creationId xmlns:a16="http://schemas.microsoft.com/office/drawing/2014/main" id="{1C9D5385-CA31-4C5C-BA9E-4B4243D6E0D2}"/>
              </a:ext>
            </a:extLst>
          </p:cNvPr>
          <p:cNvSpPr/>
          <p:nvPr/>
        </p:nvSpPr>
        <p:spPr>
          <a:xfrm>
            <a:off x="8574184" y="4822960"/>
            <a:ext cx="525386" cy="271414"/>
          </a:xfrm>
          <a:custGeom>
            <a:avLst/>
            <a:gdLst/>
            <a:ahLst/>
            <a:cxnLst/>
            <a:rect l="l" t="t" r="r" b="b"/>
            <a:pathLst>
              <a:path w="21598" h="21315" extrusionOk="0">
                <a:moveTo>
                  <a:pt x="21599" y="14389"/>
                </a:moveTo>
                <a:lnTo>
                  <a:pt x="21599" y="6924"/>
                </a:lnTo>
                <a:cubicBezTo>
                  <a:pt x="21599" y="5784"/>
                  <a:pt x="20918" y="4730"/>
                  <a:pt x="19814" y="4161"/>
                </a:cubicBezTo>
                <a:lnTo>
                  <a:pt x="12583" y="428"/>
                </a:lnTo>
                <a:cubicBezTo>
                  <a:pt x="11478" y="-142"/>
                  <a:pt x="10118" y="-142"/>
                  <a:pt x="9013" y="428"/>
                </a:cubicBezTo>
                <a:lnTo>
                  <a:pt x="1783" y="4161"/>
                </a:lnTo>
                <a:cubicBezTo>
                  <a:pt x="679" y="4731"/>
                  <a:pt x="0" y="5784"/>
                  <a:pt x="0" y="6924"/>
                </a:cubicBezTo>
                <a:lnTo>
                  <a:pt x="0" y="14392"/>
                </a:lnTo>
                <a:cubicBezTo>
                  <a:pt x="1" y="15532"/>
                  <a:pt x="681" y="16585"/>
                  <a:pt x="1785" y="17155"/>
                </a:cubicBezTo>
                <a:lnTo>
                  <a:pt x="9016" y="20888"/>
                </a:lnTo>
                <a:cubicBezTo>
                  <a:pt x="10120" y="21458"/>
                  <a:pt x="11481" y="21458"/>
                  <a:pt x="12585" y="20888"/>
                </a:cubicBezTo>
                <a:lnTo>
                  <a:pt x="19816" y="17155"/>
                </a:lnTo>
                <a:cubicBezTo>
                  <a:pt x="20920" y="16584"/>
                  <a:pt x="21600" y="15530"/>
                  <a:pt x="21599" y="14389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fa-IR" sz="1000" i="0" u="none" strike="noStrike" cap="none" dirty="0">
                <a:solidFill>
                  <a:schemeClr val="bg1"/>
                </a:solidFill>
                <a:latin typeface="Vazir FD-WOL" panose="020B0603030804020204" pitchFamily="34" charset="-78"/>
                <a:cs typeface="Vazir FD-WOL" panose="020B0603030804020204" pitchFamily="34" charset="-78"/>
              </a:rPr>
              <a:t>4</a:t>
            </a:r>
            <a:r>
              <a:rPr lang="fa-IR" sz="1000" i="0" u="none" strike="noStrike" cap="none" dirty="0">
                <a:solidFill>
                  <a:schemeClr val="bg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از </a:t>
            </a:r>
            <a:r>
              <a:rPr lang="fa-IR" sz="1000" i="0" u="none" strike="noStrike" cap="none" dirty="0">
                <a:solidFill>
                  <a:schemeClr val="bg1"/>
                </a:solidFill>
                <a:latin typeface="Vazir FD-WOL" panose="020B0603030804020204" pitchFamily="34" charset="-78"/>
                <a:cs typeface="Vazir FD-WOL" panose="020B0603030804020204" pitchFamily="34" charset="-78"/>
              </a:rPr>
              <a:t>19</a:t>
            </a:r>
            <a:endParaRPr sz="1000" i="0" u="none" strike="noStrike" cap="none" dirty="0">
              <a:solidFill>
                <a:schemeClr val="bg1"/>
              </a:solidFill>
              <a:latin typeface="Vazir FD-WOL" panose="020B0603030804020204" pitchFamily="34" charset="-78"/>
              <a:cs typeface="Vazir FD-WOL" panose="020B0603030804020204" pitchFamily="34" charset="-78"/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78D02224-3406-403C-96CC-B5F378670CED}"/>
              </a:ext>
            </a:extLst>
          </p:cNvPr>
          <p:cNvGrpSpPr/>
          <p:nvPr/>
        </p:nvGrpSpPr>
        <p:grpSpPr>
          <a:xfrm>
            <a:off x="796385" y="1822140"/>
            <a:ext cx="5954813" cy="1888959"/>
            <a:chOff x="796385" y="1822140"/>
            <a:chExt cx="5954813" cy="1888959"/>
          </a:xfrm>
        </p:grpSpPr>
        <p:cxnSp>
          <p:nvCxnSpPr>
            <p:cNvPr id="37" name="Google Shape;1086;p38">
              <a:extLst>
                <a:ext uri="{FF2B5EF4-FFF2-40B4-BE49-F238E27FC236}">
                  <a16:creationId xmlns:a16="http://schemas.microsoft.com/office/drawing/2014/main" id="{6CE11D4A-AEBE-482E-ABA3-969782832014}"/>
                </a:ext>
              </a:extLst>
            </p:cNvPr>
            <p:cNvCxnSpPr/>
            <p:nvPr/>
          </p:nvCxnSpPr>
          <p:spPr>
            <a:xfrm>
              <a:off x="5795283" y="2249427"/>
              <a:ext cx="0" cy="455100"/>
            </a:xfrm>
            <a:prstGeom prst="straightConnector1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8" name="Google Shape;1084;p38">
              <a:extLst>
                <a:ext uri="{FF2B5EF4-FFF2-40B4-BE49-F238E27FC236}">
                  <a16:creationId xmlns:a16="http://schemas.microsoft.com/office/drawing/2014/main" id="{B4E6CFF9-4BDE-4CB2-9623-12D54B696136}"/>
                </a:ext>
              </a:extLst>
            </p:cNvPr>
            <p:cNvCxnSpPr/>
            <p:nvPr/>
          </p:nvCxnSpPr>
          <p:spPr>
            <a:xfrm>
              <a:off x="1744643" y="2249427"/>
              <a:ext cx="0" cy="455100"/>
            </a:xfrm>
            <a:prstGeom prst="straightConnector1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" name="Google Shape;1085;p38">
              <a:extLst>
                <a:ext uri="{FF2B5EF4-FFF2-40B4-BE49-F238E27FC236}">
                  <a16:creationId xmlns:a16="http://schemas.microsoft.com/office/drawing/2014/main" id="{B3E90A92-ABBD-4E2F-B67C-BF1B89FC2E4D}"/>
                </a:ext>
              </a:extLst>
            </p:cNvPr>
            <p:cNvCxnSpPr/>
            <p:nvPr/>
          </p:nvCxnSpPr>
          <p:spPr>
            <a:xfrm>
              <a:off x="3773773" y="2821427"/>
              <a:ext cx="0" cy="455100"/>
            </a:xfrm>
            <a:prstGeom prst="straightConnector1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" name="Google Shape;1089;p38">
              <a:extLst>
                <a:ext uri="{FF2B5EF4-FFF2-40B4-BE49-F238E27FC236}">
                  <a16:creationId xmlns:a16="http://schemas.microsoft.com/office/drawing/2014/main" id="{5A79C2A3-17A6-4B43-BFD4-09510DD1017D}"/>
                </a:ext>
              </a:extLst>
            </p:cNvPr>
            <p:cNvCxnSpPr>
              <a:cxnSpLocks/>
            </p:cNvCxnSpPr>
            <p:nvPr/>
          </p:nvCxnSpPr>
          <p:spPr>
            <a:xfrm>
              <a:off x="1220335" y="2762977"/>
              <a:ext cx="5233400" cy="0"/>
            </a:xfrm>
            <a:prstGeom prst="straightConnector1">
              <a:avLst/>
            </a:prstGeom>
            <a:noFill/>
            <a:ln w="19050" cap="flat" cmpd="sng">
              <a:solidFill>
                <a:schemeClr val="tx1">
                  <a:lumMod val="90000"/>
                  <a:lumOff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41" name="Google Shape;1090;p38">
              <a:extLst>
                <a:ext uri="{FF2B5EF4-FFF2-40B4-BE49-F238E27FC236}">
                  <a16:creationId xmlns:a16="http://schemas.microsoft.com/office/drawing/2014/main" id="{DC5A2EF6-830C-4037-A19E-C6CB72A79A37}"/>
                </a:ext>
              </a:extLst>
            </p:cNvPr>
            <p:cNvGrpSpPr/>
            <p:nvPr/>
          </p:nvGrpSpPr>
          <p:grpSpPr>
            <a:xfrm>
              <a:off x="1558660" y="2576227"/>
              <a:ext cx="373500" cy="373500"/>
              <a:chOff x="1372725" y="1912500"/>
              <a:chExt cx="373500" cy="373500"/>
            </a:xfrm>
            <a:solidFill>
              <a:schemeClr val="tx1">
                <a:lumMod val="90000"/>
                <a:lumOff val="10000"/>
              </a:schemeClr>
            </a:solidFill>
          </p:grpSpPr>
          <p:sp>
            <p:nvSpPr>
              <p:cNvPr id="51" name="Google Shape;1091;p38">
                <a:extLst>
                  <a:ext uri="{FF2B5EF4-FFF2-40B4-BE49-F238E27FC236}">
                    <a16:creationId xmlns:a16="http://schemas.microsoft.com/office/drawing/2014/main" id="{7B8027D4-7FFF-4A1F-A2A5-89813A3BDF08}"/>
                  </a:ext>
                </a:extLst>
              </p:cNvPr>
              <p:cNvSpPr/>
              <p:nvPr/>
            </p:nvSpPr>
            <p:spPr>
              <a:xfrm>
                <a:off x="1464063" y="2003850"/>
                <a:ext cx="190800" cy="1908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1092;p38">
                <a:extLst>
                  <a:ext uri="{FF2B5EF4-FFF2-40B4-BE49-F238E27FC236}">
                    <a16:creationId xmlns:a16="http://schemas.microsoft.com/office/drawing/2014/main" id="{BC88C70A-5062-4692-8421-DE908D008F91}"/>
                  </a:ext>
                </a:extLst>
              </p:cNvPr>
              <p:cNvSpPr/>
              <p:nvPr/>
            </p:nvSpPr>
            <p:spPr>
              <a:xfrm>
                <a:off x="1372725" y="1912500"/>
                <a:ext cx="373500" cy="373500"/>
              </a:xfrm>
              <a:prstGeom prst="donut">
                <a:avLst>
                  <a:gd name="adj" fmla="val 10193"/>
                </a:avLst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2" name="Google Shape;1093;p38">
              <a:extLst>
                <a:ext uri="{FF2B5EF4-FFF2-40B4-BE49-F238E27FC236}">
                  <a16:creationId xmlns:a16="http://schemas.microsoft.com/office/drawing/2014/main" id="{963243AE-1EB5-4A4B-8CD6-E5FB500772A9}"/>
                </a:ext>
              </a:extLst>
            </p:cNvPr>
            <p:cNvGrpSpPr/>
            <p:nvPr/>
          </p:nvGrpSpPr>
          <p:grpSpPr>
            <a:xfrm>
              <a:off x="3587027" y="2576227"/>
              <a:ext cx="373500" cy="373500"/>
              <a:chOff x="3212675" y="1912500"/>
              <a:chExt cx="373500" cy="373500"/>
            </a:xfrm>
            <a:solidFill>
              <a:schemeClr val="tx1">
                <a:lumMod val="90000"/>
                <a:lumOff val="10000"/>
              </a:schemeClr>
            </a:solidFill>
          </p:grpSpPr>
          <p:sp>
            <p:nvSpPr>
              <p:cNvPr id="49" name="Google Shape;1094;p38">
                <a:extLst>
                  <a:ext uri="{FF2B5EF4-FFF2-40B4-BE49-F238E27FC236}">
                    <a16:creationId xmlns:a16="http://schemas.microsoft.com/office/drawing/2014/main" id="{B9EBFC26-E476-472C-91F3-60A1491C4921}"/>
                  </a:ext>
                </a:extLst>
              </p:cNvPr>
              <p:cNvSpPr/>
              <p:nvPr/>
            </p:nvSpPr>
            <p:spPr>
              <a:xfrm>
                <a:off x="3304013" y="2003850"/>
                <a:ext cx="190800" cy="1908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1095;p38">
                <a:extLst>
                  <a:ext uri="{FF2B5EF4-FFF2-40B4-BE49-F238E27FC236}">
                    <a16:creationId xmlns:a16="http://schemas.microsoft.com/office/drawing/2014/main" id="{6FC0E193-9064-40C0-977D-E8CA76B4B7DE}"/>
                  </a:ext>
                </a:extLst>
              </p:cNvPr>
              <p:cNvSpPr/>
              <p:nvPr/>
            </p:nvSpPr>
            <p:spPr>
              <a:xfrm>
                <a:off x="3212675" y="1912500"/>
                <a:ext cx="373500" cy="373500"/>
              </a:xfrm>
              <a:prstGeom prst="donut">
                <a:avLst>
                  <a:gd name="adj" fmla="val 10193"/>
                </a:avLst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3" name="Google Shape;1102;p38">
              <a:extLst>
                <a:ext uri="{FF2B5EF4-FFF2-40B4-BE49-F238E27FC236}">
                  <a16:creationId xmlns:a16="http://schemas.microsoft.com/office/drawing/2014/main" id="{50FDB215-7EAA-4F25-BDCF-8202AFFFB0BE}"/>
                </a:ext>
              </a:extLst>
            </p:cNvPr>
            <p:cNvSpPr txBox="1">
              <a:spLocks/>
            </p:cNvSpPr>
            <p:nvPr/>
          </p:nvSpPr>
          <p:spPr>
            <a:xfrm>
              <a:off x="796385" y="1822140"/>
              <a:ext cx="1881300" cy="42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defPPr>
              <a:lvl1pPr algn="ctr">
                <a:lnSpc>
                  <a:spcPct val="90000"/>
                </a:lnSpc>
                <a:buClr>
                  <a:schemeClr val="accent1"/>
                </a:buClr>
                <a:buSzPts val="3200"/>
                <a:buFont typeface="Catamaran"/>
                <a:buNone/>
                <a:defRPr sz="18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Vazir" panose="020B0603030804020204" pitchFamily="34" charset="-78"/>
                  <a:ea typeface="Catamaran"/>
                  <a:cs typeface="Vazir" panose="020B0603030804020204" pitchFamily="34" charset="-78"/>
                </a:defRPr>
              </a:lvl1pPr>
              <a:lvl2pPr>
                <a:lnSpc>
                  <a:spcPct val="90000"/>
                </a:lnSpc>
                <a:buClr>
                  <a:schemeClr val="accent1"/>
                </a:buClr>
                <a:buSzPts val="3200"/>
                <a:buFont typeface="Catamaran"/>
                <a:buNone/>
                <a:defRPr sz="3200" b="1">
                  <a:solidFill>
                    <a:schemeClr val="accent1"/>
                  </a:solidFill>
                  <a:latin typeface="Catamaran"/>
                  <a:ea typeface="Catamaran"/>
                  <a:cs typeface="Catamaran"/>
                </a:defRPr>
              </a:lvl2pPr>
              <a:lvl3pPr>
                <a:lnSpc>
                  <a:spcPct val="90000"/>
                </a:lnSpc>
                <a:buClr>
                  <a:schemeClr val="accent1"/>
                </a:buClr>
                <a:buSzPts val="3200"/>
                <a:buFont typeface="Catamaran"/>
                <a:buNone/>
                <a:defRPr sz="3200" b="1">
                  <a:solidFill>
                    <a:schemeClr val="accent1"/>
                  </a:solidFill>
                  <a:latin typeface="Catamaran"/>
                  <a:ea typeface="Catamaran"/>
                  <a:cs typeface="Catamaran"/>
                </a:defRPr>
              </a:lvl3pPr>
              <a:lvl4pPr>
                <a:lnSpc>
                  <a:spcPct val="90000"/>
                </a:lnSpc>
                <a:buClr>
                  <a:schemeClr val="accent1"/>
                </a:buClr>
                <a:buSzPts val="3200"/>
                <a:buFont typeface="Catamaran"/>
                <a:buNone/>
                <a:defRPr sz="3200" b="1">
                  <a:solidFill>
                    <a:schemeClr val="accent1"/>
                  </a:solidFill>
                  <a:latin typeface="Catamaran"/>
                  <a:ea typeface="Catamaran"/>
                  <a:cs typeface="Catamaran"/>
                </a:defRPr>
              </a:lvl4pPr>
              <a:lvl5pPr>
                <a:lnSpc>
                  <a:spcPct val="90000"/>
                </a:lnSpc>
                <a:buClr>
                  <a:schemeClr val="accent1"/>
                </a:buClr>
                <a:buSzPts val="3200"/>
                <a:buFont typeface="Catamaran"/>
                <a:buNone/>
                <a:defRPr sz="3200" b="1">
                  <a:solidFill>
                    <a:schemeClr val="accent1"/>
                  </a:solidFill>
                  <a:latin typeface="Catamaran"/>
                  <a:ea typeface="Catamaran"/>
                  <a:cs typeface="Catamaran"/>
                </a:defRPr>
              </a:lvl5pPr>
              <a:lvl6pPr>
                <a:lnSpc>
                  <a:spcPct val="90000"/>
                </a:lnSpc>
                <a:buClr>
                  <a:schemeClr val="accent1"/>
                </a:buClr>
                <a:buSzPts val="3200"/>
                <a:buFont typeface="Catamaran"/>
                <a:buNone/>
                <a:defRPr sz="3200" b="1">
                  <a:solidFill>
                    <a:schemeClr val="accent1"/>
                  </a:solidFill>
                  <a:latin typeface="Catamaran"/>
                  <a:ea typeface="Catamaran"/>
                  <a:cs typeface="Catamaran"/>
                </a:defRPr>
              </a:lvl6pPr>
              <a:lvl7pPr>
                <a:lnSpc>
                  <a:spcPct val="90000"/>
                </a:lnSpc>
                <a:buClr>
                  <a:schemeClr val="accent1"/>
                </a:buClr>
                <a:buSzPts val="3200"/>
                <a:buFont typeface="Catamaran"/>
                <a:buNone/>
                <a:defRPr sz="3200" b="1">
                  <a:solidFill>
                    <a:schemeClr val="accent1"/>
                  </a:solidFill>
                  <a:latin typeface="Catamaran"/>
                  <a:ea typeface="Catamaran"/>
                  <a:cs typeface="Catamaran"/>
                </a:defRPr>
              </a:lvl7pPr>
              <a:lvl8pPr>
                <a:lnSpc>
                  <a:spcPct val="90000"/>
                </a:lnSpc>
                <a:buClr>
                  <a:schemeClr val="accent1"/>
                </a:buClr>
                <a:buSzPts val="3200"/>
                <a:buFont typeface="Catamaran"/>
                <a:buNone/>
                <a:defRPr sz="3200" b="1">
                  <a:solidFill>
                    <a:schemeClr val="accent1"/>
                  </a:solidFill>
                  <a:latin typeface="Catamaran"/>
                  <a:ea typeface="Catamaran"/>
                  <a:cs typeface="Catamaran"/>
                </a:defRPr>
              </a:lvl8pPr>
              <a:lvl9pPr>
                <a:lnSpc>
                  <a:spcPct val="90000"/>
                </a:lnSpc>
                <a:buClr>
                  <a:schemeClr val="accent1"/>
                </a:buClr>
                <a:buSzPts val="3200"/>
                <a:buFont typeface="Catamaran"/>
                <a:buNone/>
                <a:defRPr sz="3200" b="1">
                  <a:solidFill>
                    <a:schemeClr val="accent1"/>
                  </a:solidFill>
                  <a:latin typeface="Catamaran"/>
                  <a:ea typeface="Catamaran"/>
                  <a:cs typeface="Catamaran"/>
                </a:defRPr>
              </a:lvl9pPr>
            </a:lstStyle>
            <a:p>
              <a:r>
                <a:rPr lang="fa-IR" dirty="0"/>
                <a:t>انتخاب ویژگی</a:t>
              </a:r>
              <a:endParaRPr lang="en-US" dirty="0"/>
            </a:p>
          </p:txBody>
        </p:sp>
        <p:sp>
          <p:nvSpPr>
            <p:cNvPr id="44" name="Google Shape;1106;p38">
              <a:extLst>
                <a:ext uri="{FF2B5EF4-FFF2-40B4-BE49-F238E27FC236}">
                  <a16:creationId xmlns:a16="http://schemas.microsoft.com/office/drawing/2014/main" id="{63DDB7B0-6348-488D-8688-F9A24C859D77}"/>
                </a:ext>
              </a:extLst>
            </p:cNvPr>
            <p:cNvSpPr txBox="1">
              <a:spLocks/>
            </p:cNvSpPr>
            <p:nvPr/>
          </p:nvSpPr>
          <p:spPr>
            <a:xfrm>
              <a:off x="2833135" y="3283299"/>
              <a:ext cx="1881300" cy="42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3200"/>
                <a:buFont typeface="Catamaran"/>
                <a:buNone/>
                <a:defRPr sz="3200" b="1" i="0" u="none" strike="noStrike" cap="none">
                  <a:solidFill>
                    <a:schemeClr val="accent1"/>
                  </a:solidFill>
                  <a:latin typeface="Catamaran"/>
                  <a:ea typeface="Catamaran"/>
                  <a:cs typeface="Catamaran"/>
                  <a:sym typeface="Catamaran"/>
                </a:defRPr>
              </a:lvl1pPr>
              <a:lvl2pPr marR="0" lvl="1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3200"/>
                <a:buFont typeface="Catamaran"/>
                <a:buNone/>
                <a:defRPr sz="3200" b="1" i="0" u="none" strike="noStrike" cap="none">
                  <a:solidFill>
                    <a:schemeClr val="accent1"/>
                  </a:solidFill>
                  <a:latin typeface="Catamaran"/>
                  <a:ea typeface="Catamaran"/>
                  <a:cs typeface="Catamaran"/>
                  <a:sym typeface="Catamaran"/>
                </a:defRPr>
              </a:lvl2pPr>
              <a:lvl3pPr marR="0" lvl="2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3200"/>
                <a:buFont typeface="Catamaran"/>
                <a:buNone/>
                <a:defRPr sz="3200" b="1" i="0" u="none" strike="noStrike" cap="none">
                  <a:solidFill>
                    <a:schemeClr val="accent1"/>
                  </a:solidFill>
                  <a:latin typeface="Catamaran"/>
                  <a:ea typeface="Catamaran"/>
                  <a:cs typeface="Catamaran"/>
                  <a:sym typeface="Catamaran"/>
                </a:defRPr>
              </a:lvl3pPr>
              <a:lvl4pPr marR="0" lvl="3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3200"/>
                <a:buFont typeface="Catamaran"/>
                <a:buNone/>
                <a:defRPr sz="3200" b="1" i="0" u="none" strike="noStrike" cap="none">
                  <a:solidFill>
                    <a:schemeClr val="accent1"/>
                  </a:solidFill>
                  <a:latin typeface="Catamaran"/>
                  <a:ea typeface="Catamaran"/>
                  <a:cs typeface="Catamaran"/>
                  <a:sym typeface="Catamaran"/>
                </a:defRPr>
              </a:lvl4pPr>
              <a:lvl5pPr marR="0" lvl="4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3200"/>
                <a:buFont typeface="Catamaran"/>
                <a:buNone/>
                <a:defRPr sz="3200" b="1" i="0" u="none" strike="noStrike" cap="none">
                  <a:solidFill>
                    <a:schemeClr val="accent1"/>
                  </a:solidFill>
                  <a:latin typeface="Catamaran"/>
                  <a:ea typeface="Catamaran"/>
                  <a:cs typeface="Catamaran"/>
                  <a:sym typeface="Catamaran"/>
                </a:defRPr>
              </a:lvl5pPr>
              <a:lvl6pPr marR="0" lvl="5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3200"/>
                <a:buFont typeface="Catamaran"/>
                <a:buNone/>
                <a:defRPr sz="3200" b="1" i="0" u="none" strike="noStrike" cap="none">
                  <a:solidFill>
                    <a:schemeClr val="accent1"/>
                  </a:solidFill>
                  <a:latin typeface="Catamaran"/>
                  <a:ea typeface="Catamaran"/>
                  <a:cs typeface="Catamaran"/>
                  <a:sym typeface="Catamaran"/>
                </a:defRPr>
              </a:lvl6pPr>
              <a:lvl7pPr marR="0" lvl="6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3200"/>
                <a:buFont typeface="Catamaran"/>
                <a:buNone/>
                <a:defRPr sz="3200" b="1" i="0" u="none" strike="noStrike" cap="none">
                  <a:solidFill>
                    <a:schemeClr val="accent1"/>
                  </a:solidFill>
                  <a:latin typeface="Catamaran"/>
                  <a:ea typeface="Catamaran"/>
                  <a:cs typeface="Catamaran"/>
                  <a:sym typeface="Catamaran"/>
                </a:defRPr>
              </a:lvl7pPr>
              <a:lvl8pPr marR="0" lvl="7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3200"/>
                <a:buFont typeface="Catamaran"/>
                <a:buNone/>
                <a:defRPr sz="3200" b="1" i="0" u="none" strike="noStrike" cap="none">
                  <a:solidFill>
                    <a:schemeClr val="accent1"/>
                  </a:solidFill>
                  <a:latin typeface="Catamaran"/>
                  <a:ea typeface="Catamaran"/>
                  <a:cs typeface="Catamaran"/>
                  <a:sym typeface="Catamaran"/>
                </a:defRPr>
              </a:lvl8pPr>
              <a:lvl9pPr marR="0" lvl="8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3200"/>
                <a:buFont typeface="Catamaran"/>
                <a:buNone/>
                <a:defRPr sz="3200" b="1" i="0" u="none" strike="noStrike" cap="none">
                  <a:solidFill>
                    <a:schemeClr val="accent1"/>
                  </a:solidFill>
                  <a:latin typeface="Catamaran"/>
                  <a:ea typeface="Catamaran"/>
                  <a:cs typeface="Catamaran"/>
                  <a:sym typeface="Catamaran"/>
                </a:defRPr>
              </a:lvl9pPr>
            </a:lstStyle>
            <a:p>
              <a:pPr algn="ctr"/>
              <a:r>
                <a:rPr lang="fa-IR" sz="1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Vazir" panose="020B0603030804020204" pitchFamily="34" charset="-78"/>
                  <a:cs typeface="Vazir" panose="020B0603030804020204" pitchFamily="34" charset="-78"/>
                </a:rPr>
                <a:t>رادیومیکس</a:t>
              </a:r>
              <a:endPara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Vazir" panose="020B0603030804020204" pitchFamily="34" charset="-78"/>
                <a:cs typeface="Vazir" panose="020B0603030804020204" pitchFamily="34" charset="-78"/>
              </a:endParaRPr>
            </a:p>
          </p:txBody>
        </p:sp>
        <p:sp>
          <p:nvSpPr>
            <p:cNvPr id="45" name="Google Shape;1108;p38">
              <a:extLst>
                <a:ext uri="{FF2B5EF4-FFF2-40B4-BE49-F238E27FC236}">
                  <a16:creationId xmlns:a16="http://schemas.microsoft.com/office/drawing/2014/main" id="{DAF1DC71-FE51-4B4B-AB2D-2DF1275BD54C}"/>
                </a:ext>
              </a:extLst>
            </p:cNvPr>
            <p:cNvSpPr txBox="1">
              <a:spLocks/>
            </p:cNvSpPr>
            <p:nvPr/>
          </p:nvSpPr>
          <p:spPr>
            <a:xfrm>
              <a:off x="4869898" y="1822140"/>
              <a:ext cx="1881300" cy="42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3200"/>
                <a:buFont typeface="Catamaran"/>
                <a:buNone/>
                <a:defRPr sz="3200" b="1" i="0" u="none" strike="noStrike" cap="none">
                  <a:solidFill>
                    <a:schemeClr val="accent1"/>
                  </a:solidFill>
                  <a:latin typeface="Catamaran"/>
                  <a:ea typeface="Catamaran"/>
                  <a:cs typeface="Catamaran"/>
                  <a:sym typeface="Catamaran"/>
                </a:defRPr>
              </a:lvl1pPr>
              <a:lvl2pPr marR="0" lvl="1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3200"/>
                <a:buFont typeface="Catamaran"/>
                <a:buNone/>
                <a:defRPr sz="3200" b="1" i="0" u="none" strike="noStrike" cap="none">
                  <a:solidFill>
                    <a:schemeClr val="accent1"/>
                  </a:solidFill>
                  <a:latin typeface="Catamaran"/>
                  <a:ea typeface="Catamaran"/>
                  <a:cs typeface="Catamaran"/>
                  <a:sym typeface="Catamaran"/>
                </a:defRPr>
              </a:lvl2pPr>
              <a:lvl3pPr marR="0" lvl="2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3200"/>
                <a:buFont typeface="Catamaran"/>
                <a:buNone/>
                <a:defRPr sz="3200" b="1" i="0" u="none" strike="noStrike" cap="none">
                  <a:solidFill>
                    <a:schemeClr val="accent1"/>
                  </a:solidFill>
                  <a:latin typeface="Catamaran"/>
                  <a:ea typeface="Catamaran"/>
                  <a:cs typeface="Catamaran"/>
                  <a:sym typeface="Catamaran"/>
                </a:defRPr>
              </a:lvl3pPr>
              <a:lvl4pPr marR="0" lvl="3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3200"/>
                <a:buFont typeface="Catamaran"/>
                <a:buNone/>
                <a:defRPr sz="3200" b="1" i="0" u="none" strike="noStrike" cap="none">
                  <a:solidFill>
                    <a:schemeClr val="accent1"/>
                  </a:solidFill>
                  <a:latin typeface="Catamaran"/>
                  <a:ea typeface="Catamaran"/>
                  <a:cs typeface="Catamaran"/>
                  <a:sym typeface="Catamaran"/>
                </a:defRPr>
              </a:lvl4pPr>
              <a:lvl5pPr marR="0" lvl="4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3200"/>
                <a:buFont typeface="Catamaran"/>
                <a:buNone/>
                <a:defRPr sz="3200" b="1" i="0" u="none" strike="noStrike" cap="none">
                  <a:solidFill>
                    <a:schemeClr val="accent1"/>
                  </a:solidFill>
                  <a:latin typeface="Catamaran"/>
                  <a:ea typeface="Catamaran"/>
                  <a:cs typeface="Catamaran"/>
                  <a:sym typeface="Catamaran"/>
                </a:defRPr>
              </a:lvl5pPr>
              <a:lvl6pPr marR="0" lvl="5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3200"/>
                <a:buFont typeface="Catamaran"/>
                <a:buNone/>
                <a:defRPr sz="3200" b="1" i="0" u="none" strike="noStrike" cap="none">
                  <a:solidFill>
                    <a:schemeClr val="accent1"/>
                  </a:solidFill>
                  <a:latin typeface="Catamaran"/>
                  <a:ea typeface="Catamaran"/>
                  <a:cs typeface="Catamaran"/>
                  <a:sym typeface="Catamaran"/>
                </a:defRPr>
              </a:lvl6pPr>
              <a:lvl7pPr marR="0" lvl="6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3200"/>
                <a:buFont typeface="Catamaran"/>
                <a:buNone/>
                <a:defRPr sz="3200" b="1" i="0" u="none" strike="noStrike" cap="none">
                  <a:solidFill>
                    <a:schemeClr val="accent1"/>
                  </a:solidFill>
                  <a:latin typeface="Catamaran"/>
                  <a:ea typeface="Catamaran"/>
                  <a:cs typeface="Catamaran"/>
                  <a:sym typeface="Catamaran"/>
                </a:defRPr>
              </a:lvl7pPr>
              <a:lvl8pPr marR="0" lvl="7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3200"/>
                <a:buFont typeface="Catamaran"/>
                <a:buNone/>
                <a:defRPr sz="3200" b="1" i="0" u="none" strike="noStrike" cap="none">
                  <a:solidFill>
                    <a:schemeClr val="accent1"/>
                  </a:solidFill>
                  <a:latin typeface="Catamaran"/>
                  <a:ea typeface="Catamaran"/>
                  <a:cs typeface="Catamaran"/>
                  <a:sym typeface="Catamaran"/>
                </a:defRPr>
              </a:lvl8pPr>
              <a:lvl9pPr marR="0" lvl="8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3200"/>
                <a:buFont typeface="Catamaran"/>
                <a:buNone/>
                <a:defRPr sz="3200" b="1" i="0" u="none" strike="noStrike" cap="none">
                  <a:solidFill>
                    <a:schemeClr val="accent1"/>
                  </a:solidFill>
                  <a:latin typeface="Catamaran"/>
                  <a:ea typeface="Catamaran"/>
                  <a:cs typeface="Catamaran"/>
                  <a:sym typeface="Catamaran"/>
                </a:defRPr>
              </a:lvl9pPr>
            </a:lstStyle>
            <a:p>
              <a:pPr algn="ctr"/>
              <a:r>
                <a:rPr lang="fa-IR" sz="1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Vazir" panose="020B0603030804020204" pitchFamily="34" charset="-78"/>
                  <a:cs typeface="Vazir" panose="020B0603030804020204" pitchFamily="34" charset="-78"/>
                </a:rPr>
                <a:t>عفونت ریه</a:t>
              </a:r>
              <a:endPara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Vazir" panose="020B0603030804020204" pitchFamily="34" charset="-78"/>
                <a:cs typeface="Vazir" panose="020B0603030804020204" pitchFamily="34" charset="-78"/>
              </a:endParaRPr>
            </a:p>
          </p:txBody>
        </p:sp>
        <p:grpSp>
          <p:nvGrpSpPr>
            <p:cNvPr id="46" name="Google Shape;1096;p38">
              <a:extLst>
                <a:ext uri="{FF2B5EF4-FFF2-40B4-BE49-F238E27FC236}">
                  <a16:creationId xmlns:a16="http://schemas.microsoft.com/office/drawing/2014/main" id="{5A291175-47C0-458F-BC3D-FE3A3B4EBDE0}"/>
                </a:ext>
              </a:extLst>
            </p:cNvPr>
            <p:cNvGrpSpPr/>
            <p:nvPr/>
          </p:nvGrpSpPr>
          <p:grpSpPr>
            <a:xfrm>
              <a:off x="5615393" y="2576227"/>
              <a:ext cx="373500" cy="373500"/>
              <a:chOff x="5557850" y="1912500"/>
              <a:chExt cx="373500" cy="373500"/>
            </a:xfrm>
            <a:solidFill>
              <a:schemeClr val="tx1">
                <a:lumMod val="90000"/>
                <a:lumOff val="10000"/>
              </a:schemeClr>
            </a:solidFill>
          </p:grpSpPr>
          <p:sp>
            <p:nvSpPr>
              <p:cNvPr id="47" name="Google Shape;1097;p38">
                <a:extLst>
                  <a:ext uri="{FF2B5EF4-FFF2-40B4-BE49-F238E27FC236}">
                    <a16:creationId xmlns:a16="http://schemas.microsoft.com/office/drawing/2014/main" id="{7C522733-CD5A-41C0-A320-2AF3F463E4BF}"/>
                  </a:ext>
                </a:extLst>
              </p:cNvPr>
              <p:cNvSpPr/>
              <p:nvPr/>
            </p:nvSpPr>
            <p:spPr>
              <a:xfrm>
                <a:off x="5649188" y="2003850"/>
                <a:ext cx="190800" cy="1908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1098;p38">
                <a:extLst>
                  <a:ext uri="{FF2B5EF4-FFF2-40B4-BE49-F238E27FC236}">
                    <a16:creationId xmlns:a16="http://schemas.microsoft.com/office/drawing/2014/main" id="{EDBCEDC6-85B5-46F2-A57F-6656CE2E1ED1}"/>
                  </a:ext>
                </a:extLst>
              </p:cNvPr>
              <p:cNvSpPr/>
              <p:nvPr/>
            </p:nvSpPr>
            <p:spPr>
              <a:xfrm>
                <a:off x="5557850" y="1912500"/>
                <a:ext cx="373500" cy="373500"/>
              </a:xfrm>
              <a:prstGeom prst="donut">
                <a:avLst>
                  <a:gd name="adj" fmla="val 10193"/>
                </a:avLst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897004721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92EB0CC-A94B-419A-A4FA-3D53B5B5D1DD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ar-BH" dirty="0">
                <a:latin typeface="Vazir" panose="020B0603030804020204" pitchFamily="34" charset="-78"/>
                <a:cs typeface="Vazir" panose="020B0603030804020204" pitchFamily="34" charset="-78"/>
              </a:rPr>
              <a:t>سحر سرکار - تحلیل ویژگی‌های رادیومیکس برای تشخیص عفونت در ریه - شهریور </a:t>
            </a:r>
            <a:r>
              <a:rPr lang="ar-BH" dirty="0">
                <a:latin typeface="Vazir FD-WOL" panose="020B0603030804020204" pitchFamily="34" charset="-78"/>
                <a:cs typeface="Vazir FD-WOL" panose="020B0603030804020204" pitchFamily="34" charset="-78"/>
              </a:rPr>
              <a:t>1400</a:t>
            </a:r>
            <a:endParaRPr lang="en-US" dirty="0">
              <a:latin typeface="Vazir FD-WOL" panose="020B0603030804020204" pitchFamily="34" charset="-78"/>
              <a:cs typeface="Vazir FD-WOL" panose="020B0603030804020204" pitchFamily="34" charset="-78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5A031A7-13FD-47CE-A02B-DE9AC34C57FE}"/>
              </a:ext>
            </a:extLst>
          </p:cNvPr>
          <p:cNvGrpSpPr/>
          <p:nvPr/>
        </p:nvGrpSpPr>
        <p:grpSpPr>
          <a:xfrm rot="16200000">
            <a:off x="4892224" y="1966620"/>
            <a:ext cx="6152709" cy="886850"/>
            <a:chOff x="0" y="2536120"/>
            <a:chExt cx="9144000" cy="1011043"/>
          </a:xfrm>
        </p:grpSpPr>
        <p:sp>
          <p:nvSpPr>
            <p:cNvPr id="58" name="Google Shape;594;p39">
              <a:extLst>
                <a:ext uri="{FF2B5EF4-FFF2-40B4-BE49-F238E27FC236}">
                  <a16:creationId xmlns:a16="http://schemas.microsoft.com/office/drawing/2014/main" id="{50921073-1AD5-4BF4-B917-0BD453041470}"/>
                </a:ext>
              </a:extLst>
            </p:cNvPr>
            <p:cNvSpPr/>
            <p:nvPr/>
          </p:nvSpPr>
          <p:spPr>
            <a:xfrm>
              <a:off x="0" y="2536120"/>
              <a:ext cx="9144000" cy="1011043"/>
            </a:xfrm>
            <a:custGeom>
              <a:avLst/>
              <a:gdLst/>
              <a:ahLst/>
              <a:cxnLst/>
              <a:rect l="l" t="t" r="r" b="b"/>
              <a:pathLst>
                <a:path w="12192000" h="1348058" extrusionOk="0">
                  <a:moveTo>
                    <a:pt x="12192000" y="0"/>
                  </a:moveTo>
                  <a:lnTo>
                    <a:pt x="10837333" y="0"/>
                  </a:lnTo>
                  <a:cubicBezTo>
                    <a:pt x="10463295" y="0"/>
                    <a:pt x="10160000" y="301773"/>
                    <a:pt x="10160000" y="674029"/>
                  </a:cubicBezTo>
                  <a:lnTo>
                    <a:pt x="10160000" y="674029"/>
                  </a:lnTo>
                  <a:cubicBezTo>
                    <a:pt x="10160000" y="1046281"/>
                    <a:pt x="9856705" y="1348059"/>
                    <a:pt x="9482667" y="1348059"/>
                  </a:cubicBezTo>
                  <a:lnTo>
                    <a:pt x="9482667" y="1348059"/>
                  </a:lnTo>
                  <a:cubicBezTo>
                    <a:pt x="9108581" y="1348059"/>
                    <a:pt x="8805333" y="1046281"/>
                    <a:pt x="8805333" y="674029"/>
                  </a:cubicBezTo>
                  <a:lnTo>
                    <a:pt x="8805333" y="674029"/>
                  </a:lnTo>
                  <a:cubicBezTo>
                    <a:pt x="8805333" y="301773"/>
                    <a:pt x="8502086" y="0"/>
                    <a:pt x="8128000" y="0"/>
                  </a:cubicBezTo>
                  <a:lnTo>
                    <a:pt x="8128000" y="0"/>
                  </a:lnTo>
                  <a:cubicBezTo>
                    <a:pt x="7753915" y="0"/>
                    <a:pt x="7450667" y="301773"/>
                    <a:pt x="7450667" y="674029"/>
                  </a:cubicBezTo>
                  <a:lnTo>
                    <a:pt x="7450667" y="674029"/>
                  </a:lnTo>
                  <a:cubicBezTo>
                    <a:pt x="7450667" y="1046281"/>
                    <a:pt x="7147419" y="1348059"/>
                    <a:pt x="6773334" y="1348059"/>
                  </a:cubicBezTo>
                  <a:lnTo>
                    <a:pt x="6773334" y="1348059"/>
                  </a:lnTo>
                  <a:cubicBezTo>
                    <a:pt x="6399248" y="1348059"/>
                    <a:pt x="6096000" y="1046281"/>
                    <a:pt x="6096000" y="674029"/>
                  </a:cubicBezTo>
                  <a:lnTo>
                    <a:pt x="6096000" y="674029"/>
                  </a:lnTo>
                  <a:cubicBezTo>
                    <a:pt x="6096000" y="301773"/>
                    <a:pt x="5792753" y="0"/>
                    <a:pt x="5418667" y="0"/>
                  </a:cubicBezTo>
                  <a:lnTo>
                    <a:pt x="5418667" y="0"/>
                  </a:lnTo>
                  <a:cubicBezTo>
                    <a:pt x="5044581" y="0"/>
                    <a:pt x="4741334" y="301773"/>
                    <a:pt x="4741334" y="674029"/>
                  </a:cubicBezTo>
                  <a:lnTo>
                    <a:pt x="4741334" y="674029"/>
                  </a:lnTo>
                  <a:cubicBezTo>
                    <a:pt x="4741334" y="1046281"/>
                    <a:pt x="4438076" y="1348059"/>
                    <a:pt x="4064000" y="1348059"/>
                  </a:cubicBezTo>
                  <a:lnTo>
                    <a:pt x="4064000" y="1348059"/>
                  </a:lnTo>
                  <a:cubicBezTo>
                    <a:pt x="3689924" y="1348059"/>
                    <a:pt x="3386667" y="1046281"/>
                    <a:pt x="3386667" y="674029"/>
                  </a:cubicBezTo>
                  <a:lnTo>
                    <a:pt x="3386667" y="674029"/>
                  </a:lnTo>
                  <a:cubicBezTo>
                    <a:pt x="3386667" y="301773"/>
                    <a:pt x="3083410" y="0"/>
                    <a:pt x="2709333" y="0"/>
                  </a:cubicBezTo>
                  <a:lnTo>
                    <a:pt x="2709333" y="0"/>
                  </a:lnTo>
                  <a:cubicBezTo>
                    <a:pt x="2335257" y="0"/>
                    <a:pt x="2032000" y="301773"/>
                    <a:pt x="2032000" y="674029"/>
                  </a:cubicBezTo>
                  <a:lnTo>
                    <a:pt x="2032000" y="674029"/>
                  </a:lnTo>
                  <a:cubicBezTo>
                    <a:pt x="2032000" y="1046281"/>
                    <a:pt x="1728743" y="1348059"/>
                    <a:pt x="1354667" y="1348059"/>
                  </a:cubicBezTo>
                  <a:lnTo>
                    <a:pt x="0" y="1348059"/>
                  </a:lnTo>
                </a:path>
              </a:pathLst>
            </a:custGeom>
            <a:noFill/>
            <a:ln w="228600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Vazir" panose="020B0603030804020204" pitchFamily="34" charset="-78"/>
                <a:ea typeface="Calibri"/>
                <a:cs typeface="Vazir" panose="020B0603030804020204" pitchFamily="34" charset="-78"/>
                <a:sym typeface="Calibri"/>
              </a:endParaRPr>
            </a:p>
          </p:txBody>
        </p:sp>
        <p:sp>
          <p:nvSpPr>
            <p:cNvPr id="59" name="Google Shape;595;p39">
              <a:extLst>
                <a:ext uri="{FF2B5EF4-FFF2-40B4-BE49-F238E27FC236}">
                  <a16:creationId xmlns:a16="http://schemas.microsoft.com/office/drawing/2014/main" id="{80BD9715-5D54-48BA-8232-EBD61376B29C}"/>
                </a:ext>
              </a:extLst>
            </p:cNvPr>
            <p:cNvSpPr/>
            <p:nvPr/>
          </p:nvSpPr>
          <p:spPr>
            <a:xfrm>
              <a:off x="0" y="2536120"/>
              <a:ext cx="9144000" cy="1011043"/>
            </a:xfrm>
            <a:custGeom>
              <a:avLst/>
              <a:gdLst/>
              <a:ahLst/>
              <a:cxnLst/>
              <a:rect l="l" t="t" r="r" b="b"/>
              <a:pathLst>
                <a:path w="12192000" h="1348058" extrusionOk="0">
                  <a:moveTo>
                    <a:pt x="12192000" y="0"/>
                  </a:moveTo>
                  <a:lnTo>
                    <a:pt x="10837333" y="0"/>
                  </a:lnTo>
                  <a:cubicBezTo>
                    <a:pt x="10463295" y="0"/>
                    <a:pt x="10160000" y="301773"/>
                    <a:pt x="10160000" y="674029"/>
                  </a:cubicBezTo>
                  <a:lnTo>
                    <a:pt x="10160000" y="674029"/>
                  </a:lnTo>
                  <a:cubicBezTo>
                    <a:pt x="10160000" y="1046281"/>
                    <a:pt x="9856705" y="1348059"/>
                    <a:pt x="9482667" y="1348059"/>
                  </a:cubicBezTo>
                  <a:lnTo>
                    <a:pt x="9482667" y="1348059"/>
                  </a:lnTo>
                  <a:cubicBezTo>
                    <a:pt x="9108581" y="1348059"/>
                    <a:pt x="8805333" y="1046281"/>
                    <a:pt x="8805333" y="674029"/>
                  </a:cubicBezTo>
                  <a:lnTo>
                    <a:pt x="8805333" y="674029"/>
                  </a:lnTo>
                  <a:cubicBezTo>
                    <a:pt x="8805333" y="301773"/>
                    <a:pt x="8502086" y="0"/>
                    <a:pt x="8128000" y="0"/>
                  </a:cubicBezTo>
                  <a:lnTo>
                    <a:pt x="8128000" y="0"/>
                  </a:lnTo>
                  <a:cubicBezTo>
                    <a:pt x="7753915" y="0"/>
                    <a:pt x="7450667" y="301773"/>
                    <a:pt x="7450667" y="674029"/>
                  </a:cubicBezTo>
                  <a:lnTo>
                    <a:pt x="7450667" y="674029"/>
                  </a:lnTo>
                  <a:cubicBezTo>
                    <a:pt x="7450667" y="1046281"/>
                    <a:pt x="7147419" y="1348059"/>
                    <a:pt x="6773334" y="1348059"/>
                  </a:cubicBezTo>
                  <a:lnTo>
                    <a:pt x="6773334" y="1348059"/>
                  </a:lnTo>
                  <a:cubicBezTo>
                    <a:pt x="6399248" y="1348059"/>
                    <a:pt x="6096000" y="1046281"/>
                    <a:pt x="6096000" y="674029"/>
                  </a:cubicBezTo>
                  <a:lnTo>
                    <a:pt x="6096000" y="674029"/>
                  </a:lnTo>
                  <a:cubicBezTo>
                    <a:pt x="6096000" y="301773"/>
                    <a:pt x="5792753" y="0"/>
                    <a:pt x="5418667" y="0"/>
                  </a:cubicBezTo>
                  <a:lnTo>
                    <a:pt x="5418667" y="0"/>
                  </a:lnTo>
                  <a:cubicBezTo>
                    <a:pt x="5044581" y="0"/>
                    <a:pt x="4741334" y="301773"/>
                    <a:pt x="4741334" y="674029"/>
                  </a:cubicBezTo>
                  <a:lnTo>
                    <a:pt x="4741334" y="674029"/>
                  </a:lnTo>
                  <a:cubicBezTo>
                    <a:pt x="4741334" y="1046281"/>
                    <a:pt x="4438076" y="1348059"/>
                    <a:pt x="4064000" y="1348059"/>
                  </a:cubicBezTo>
                  <a:lnTo>
                    <a:pt x="4064000" y="1348059"/>
                  </a:lnTo>
                  <a:cubicBezTo>
                    <a:pt x="3689924" y="1348059"/>
                    <a:pt x="3386667" y="1046281"/>
                    <a:pt x="3386667" y="674029"/>
                  </a:cubicBezTo>
                  <a:lnTo>
                    <a:pt x="3386667" y="674029"/>
                  </a:lnTo>
                  <a:cubicBezTo>
                    <a:pt x="3386667" y="301773"/>
                    <a:pt x="3083410" y="0"/>
                    <a:pt x="2709333" y="0"/>
                  </a:cubicBezTo>
                  <a:lnTo>
                    <a:pt x="2709333" y="0"/>
                  </a:lnTo>
                  <a:cubicBezTo>
                    <a:pt x="2335257" y="0"/>
                    <a:pt x="2032000" y="301773"/>
                    <a:pt x="2032000" y="674029"/>
                  </a:cubicBezTo>
                  <a:lnTo>
                    <a:pt x="2032000" y="674029"/>
                  </a:lnTo>
                  <a:cubicBezTo>
                    <a:pt x="2032000" y="1046281"/>
                    <a:pt x="1728743" y="1348059"/>
                    <a:pt x="1354667" y="1348059"/>
                  </a:cubicBezTo>
                  <a:lnTo>
                    <a:pt x="0" y="1348059"/>
                  </a:lnTo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dash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Vazir" panose="020B0603030804020204" pitchFamily="34" charset="-78"/>
                <a:ea typeface="Calibri"/>
                <a:cs typeface="Vazir" panose="020B0603030804020204" pitchFamily="34" charset="-78"/>
                <a:sym typeface="Calibri"/>
              </a:endParaRPr>
            </a:p>
          </p:txBody>
        </p:sp>
      </p:grpSp>
      <p:sp>
        <p:nvSpPr>
          <p:cNvPr id="122" name="Google Shape;616;p39">
            <a:extLst>
              <a:ext uri="{FF2B5EF4-FFF2-40B4-BE49-F238E27FC236}">
                <a16:creationId xmlns:a16="http://schemas.microsoft.com/office/drawing/2014/main" id="{F29FF600-2F87-4B4C-95EA-EF55460CBCEA}"/>
              </a:ext>
            </a:extLst>
          </p:cNvPr>
          <p:cNvSpPr txBox="1"/>
          <p:nvPr/>
        </p:nvSpPr>
        <p:spPr>
          <a:xfrm>
            <a:off x="8372054" y="2255511"/>
            <a:ext cx="727517" cy="194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900" dirty="0">
                <a:solidFill>
                  <a:schemeClr val="dk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rPr>
              <a:t>روش پیشنهادی</a:t>
            </a:r>
            <a:endParaRPr sz="900" dirty="0">
              <a:solidFill>
                <a:schemeClr val="dk1"/>
              </a:solidFill>
              <a:latin typeface="Vazir" panose="020B0603030804020204" pitchFamily="34" charset="-78"/>
              <a:ea typeface="Catamaran"/>
              <a:cs typeface="Vazir" panose="020B0603030804020204" pitchFamily="34" charset="-78"/>
              <a:sym typeface="Catamaran"/>
            </a:endParaRPr>
          </a:p>
        </p:txBody>
      </p: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A2931612-A263-42C4-9F74-FD8FD8FE4783}"/>
              </a:ext>
            </a:extLst>
          </p:cNvPr>
          <p:cNvGrpSpPr/>
          <p:nvPr/>
        </p:nvGrpSpPr>
        <p:grpSpPr>
          <a:xfrm>
            <a:off x="6958941" y="1229022"/>
            <a:ext cx="334744" cy="334744"/>
            <a:chOff x="5858533" y="3371391"/>
            <a:chExt cx="334744" cy="334744"/>
          </a:xfrm>
        </p:grpSpPr>
        <p:sp>
          <p:nvSpPr>
            <p:cNvPr id="161" name="Google Shape;606;p39">
              <a:extLst>
                <a:ext uri="{FF2B5EF4-FFF2-40B4-BE49-F238E27FC236}">
                  <a16:creationId xmlns:a16="http://schemas.microsoft.com/office/drawing/2014/main" id="{9A8714E9-F157-4C6C-8C36-CF5D87D403B3}"/>
                </a:ext>
              </a:extLst>
            </p:cNvPr>
            <p:cNvSpPr/>
            <p:nvPr/>
          </p:nvSpPr>
          <p:spPr>
            <a:xfrm rot="2637262">
              <a:off x="5858533" y="3371391"/>
              <a:ext cx="334744" cy="334744"/>
            </a:xfrm>
            <a:prstGeom prst="teardrop">
              <a:avLst>
                <a:gd name="adj" fmla="val 95976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  <p:sp>
          <p:nvSpPr>
            <p:cNvPr id="162" name="Google Shape;607;p39">
              <a:extLst>
                <a:ext uri="{FF2B5EF4-FFF2-40B4-BE49-F238E27FC236}">
                  <a16:creationId xmlns:a16="http://schemas.microsoft.com/office/drawing/2014/main" id="{7BBF0579-51AE-48EA-A3E0-5FBFDD196F32}"/>
                </a:ext>
              </a:extLst>
            </p:cNvPr>
            <p:cNvSpPr/>
            <p:nvPr/>
          </p:nvSpPr>
          <p:spPr>
            <a:xfrm flipH="1">
              <a:off x="5958855" y="3478265"/>
              <a:ext cx="134100" cy="13409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a-IR" sz="800" dirty="0">
                  <a:solidFill>
                    <a:schemeClr val="dk1"/>
                  </a:solidFill>
                  <a:latin typeface="Vazir FD-WOL" panose="020B0603030804020204" pitchFamily="34" charset="-78"/>
                  <a:ea typeface="Catamaran"/>
                  <a:cs typeface="Vazir FD-WOL" panose="020B0603030804020204" pitchFamily="34" charset="-78"/>
                  <a:sym typeface="Catamaran"/>
                </a:rPr>
                <a:t>2</a:t>
              </a:r>
              <a:endParaRPr sz="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F607B433-AF5E-4FE8-A066-3EDBF6E125E8}"/>
              </a:ext>
            </a:extLst>
          </p:cNvPr>
          <p:cNvGrpSpPr/>
          <p:nvPr/>
        </p:nvGrpSpPr>
        <p:grpSpPr>
          <a:xfrm>
            <a:off x="8616854" y="1901496"/>
            <a:ext cx="334744" cy="334744"/>
            <a:chOff x="5858533" y="3371391"/>
            <a:chExt cx="334744" cy="334744"/>
          </a:xfrm>
        </p:grpSpPr>
        <p:sp>
          <p:nvSpPr>
            <p:cNvPr id="170" name="Google Shape;606;p39">
              <a:extLst>
                <a:ext uri="{FF2B5EF4-FFF2-40B4-BE49-F238E27FC236}">
                  <a16:creationId xmlns:a16="http://schemas.microsoft.com/office/drawing/2014/main" id="{D23848B0-940E-4BA6-9198-E37E59821155}"/>
                </a:ext>
              </a:extLst>
            </p:cNvPr>
            <p:cNvSpPr/>
            <p:nvPr/>
          </p:nvSpPr>
          <p:spPr>
            <a:xfrm rot="13248051">
              <a:off x="5858533" y="3371391"/>
              <a:ext cx="334744" cy="334744"/>
            </a:xfrm>
            <a:prstGeom prst="teardrop">
              <a:avLst>
                <a:gd name="adj" fmla="val 95976"/>
              </a:avLst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  <p:sp>
          <p:nvSpPr>
            <p:cNvPr id="171" name="Google Shape;607;p39">
              <a:extLst>
                <a:ext uri="{FF2B5EF4-FFF2-40B4-BE49-F238E27FC236}">
                  <a16:creationId xmlns:a16="http://schemas.microsoft.com/office/drawing/2014/main" id="{3161D906-0AB7-4435-B6E0-65FA3088814F}"/>
                </a:ext>
              </a:extLst>
            </p:cNvPr>
            <p:cNvSpPr/>
            <p:nvPr/>
          </p:nvSpPr>
          <p:spPr>
            <a:xfrm flipH="1">
              <a:off x="5958855" y="3478265"/>
              <a:ext cx="134100" cy="13409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a-IR" sz="800" dirty="0">
                  <a:solidFill>
                    <a:schemeClr val="dk1"/>
                  </a:solidFill>
                  <a:latin typeface="Vazir FD-WOL" panose="020B0603030804020204" pitchFamily="34" charset="-78"/>
                  <a:ea typeface="Catamaran"/>
                  <a:cs typeface="Vazir FD-WOL" panose="020B0603030804020204" pitchFamily="34" charset="-78"/>
                  <a:sym typeface="Catamaran"/>
                </a:rPr>
                <a:t>3</a:t>
              </a:r>
              <a:endParaRPr sz="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</p:grp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85FB2DA9-9820-4E5E-A3C0-913754982C04}"/>
              </a:ext>
            </a:extLst>
          </p:cNvPr>
          <p:cNvGrpSpPr/>
          <p:nvPr/>
        </p:nvGrpSpPr>
        <p:grpSpPr>
          <a:xfrm>
            <a:off x="8619860" y="488928"/>
            <a:ext cx="334744" cy="334744"/>
            <a:chOff x="5858533" y="3371391"/>
            <a:chExt cx="334744" cy="334744"/>
          </a:xfrm>
        </p:grpSpPr>
        <p:sp>
          <p:nvSpPr>
            <p:cNvPr id="176" name="Google Shape;606;p39">
              <a:extLst>
                <a:ext uri="{FF2B5EF4-FFF2-40B4-BE49-F238E27FC236}">
                  <a16:creationId xmlns:a16="http://schemas.microsoft.com/office/drawing/2014/main" id="{BFA6331C-330F-4A0C-8BEC-20A79F762588}"/>
                </a:ext>
              </a:extLst>
            </p:cNvPr>
            <p:cNvSpPr/>
            <p:nvPr/>
          </p:nvSpPr>
          <p:spPr>
            <a:xfrm rot="13248051">
              <a:off x="5858533" y="3371391"/>
              <a:ext cx="334744" cy="334744"/>
            </a:xfrm>
            <a:prstGeom prst="teardrop">
              <a:avLst>
                <a:gd name="adj" fmla="val 95976"/>
              </a:avLst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  <p:sp>
          <p:nvSpPr>
            <p:cNvPr id="177" name="Google Shape;607;p39">
              <a:extLst>
                <a:ext uri="{FF2B5EF4-FFF2-40B4-BE49-F238E27FC236}">
                  <a16:creationId xmlns:a16="http://schemas.microsoft.com/office/drawing/2014/main" id="{9F67978A-2AB8-458F-BBAE-796DDE89B0BF}"/>
                </a:ext>
              </a:extLst>
            </p:cNvPr>
            <p:cNvSpPr/>
            <p:nvPr/>
          </p:nvSpPr>
          <p:spPr>
            <a:xfrm flipH="1">
              <a:off x="5958855" y="3478265"/>
              <a:ext cx="134100" cy="13409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a-IR" sz="800" dirty="0">
                  <a:solidFill>
                    <a:schemeClr val="dk1"/>
                  </a:solidFill>
                  <a:latin typeface="Vazir FD-WOL" panose="020B0603030804020204" pitchFamily="34" charset="-78"/>
                  <a:ea typeface="Catamaran"/>
                  <a:cs typeface="Vazir FD-WOL" panose="020B0603030804020204" pitchFamily="34" charset="-78"/>
                  <a:sym typeface="Catamaran"/>
                </a:rPr>
                <a:t>1</a:t>
              </a:r>
              <a:endParaRPr sz="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</p:grp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705762E8-5DA5-46C0-B527-8EB0E2381A3A}"/>
              </a:ext>
            </a:extLst>
          </p:cNvPr>
          <p:cNvGrpSpPr/>
          <p:nvPr/>
        </p:nvGrpSpPr>
        <p:grpSpPr>
          <a:xfrm>
            <a:off x="8613156" y="3244845"/>
            <a:ext cx="334744" cy="334744"/>
            <a:chOff x="5858533" y="3371391"/>
            <a:chExt cx="334744" cy="334744"/>
          </a:xfrm>
        </p:grpSpPr>
        <p:sp>
          <p:nvSpPr>
            <p:cNvPr id="179" name="Google Shape;606;p39">
              <a:extLst>
                <a:ext uri="{FF2B5EF4-FFF2-40B4-BE49-F238E27FC236}">
                  <a16:creationId xmlns:a16="http://schemas.microsoft.com/office/drawing/2014/main" id="{1C268A1C-94D1-45A0-8AAB-024E02FECA32}"/>
                </a:ext>
              </a:extLst>
            </p:cNvPr>
            <p:cNvSpPr/>
            <p:nvPr/>
          </p:nvSpPr>
          <p:spPr>
            <a:xfrm rot="13248051">
              <a:off x="5858533" y="3371391"/>
              <a:ext cx="334744" cy="334744"/>
            </a:xfrm>
            <a:prstGeom prst="teardrop">
              <a:avLst>
                <a:gd name="adj" fmla="val 95976"/>
              </a:avLst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  <p:sp>
          <p:nvSpPr>
            <p:cNvPr id="180" name="Google Shape;607;p39">
              <a:extLst>
                <a:ext uri="{FF2B5EF4-FFF2-40B4-BE49-F238E27FC236}">
                  <a16:creationId xmlns:a16="http://schemas.microsoft.com/office/drawing/2014/main" id="{40FDC796-3573-41A2-8118-388C2B9B2C51}"/>
                </a:ext>
              </a:extLst>
            </p:cNvPr>
            <p:cNvSpPr/>
            <p:nvPr/>
          </p:nvSpPr>
          <p:spPr>
            <a:xfrm flipH="1">
              <a:off x="5958855" y="3478265"/>
              <a:ext cx="134100" cy="13409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a-IR" sz="800" dirty="0">
                  <a:solidFill>
                    <a:schemeClr val="dk1"/>
                  </a:solidFill>
                  <a:latin typeface="Vazir FD-WOL" panose="020B0603030804020204" pitchFamily="34" charset="-78"/>
                  <a:ea typeface="Catamaran"/>
                  <a:cs typeface="Vazir FD-WOL" panose="020B0603030804020204" pitchFamily="34" charset="-78"/>
                  <a:sym typeface="Catamaran"/>
                </a:rPr>
                <a:t>5</a:t>
              </a:r>
              <a:endParaRPr sz="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</p:grpSp>
      <p:grpSp>
        <p:nvGrpSpPr>
          <p:cNvPr id="181" name="Group 180">
            <a:extLst>
              <a:ext uri="{FF2B5EF4-FFF2-40B4-BE49-F238E27FC236}">
                <a16:creationId xmlns:a16="http://schemas.microsoft.com/office/drawing/2014/main" id="{380C664D-E262-42DF-9AF4-C6DA7AD3878D}"/>
              </a:ext>
            </a:extLst>
          </p:cNvPr>
          <p:cNvGrpSpPr/>
          <p:nvPr/>
        </p:nvGrpSpPr>
        <p:grpSpPr>
          <a:xfrm>
            <a:off x="6958941" y="2571750"/>
            <a:ext cx="334744" cy="334744"/>
            <a:chOff x="5858533" y="3371391"/>
            <a:chExt cx="334744" cy="334744"/>
          </a:xfrm>
        </p:grpSpPr>
        <p:sp>
          <p:nvSpPr>
            <p:cNvPr id="182" name="Google Shape;606;p39">
              <a:extLst>
                <a:ext uri="{FF2B5EF4-FFF2-40B4-BE49-F238E27FC236}">
                  <a16:creationId xmlns:a16="http://schemas.microsoft.com/office/drawing/2014/main" id="{8D4DD1D8-DC73-417E-87FD-1AAB18F94AA8}"/>
                </a:ext>
              </a:extLst>
            </p:cNvPr>
            <p:cNvSpPr/>
            <p:nvPr/>
          </p:nvSpPr>
          <p:spPr>
            <a:xfrm rot="2637262">
              <a:off x="5858533" y="3371391"/>
              <a:ext cx="334744" cy="334744"/>
            </a:xfrm>
            <a:prstGeom prst="teardrop">
              <a:avLst>
                <a:gd name="adj" fmla="val 95976"/>
              </a:avLst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  <p:sp>
          <p:nvSpPr>
            <p:cNvPr id="183" name="Google Shape;607;p39">
              <a:extLst>
                <a:ext uri="{FF2B5EF4-FFF2-40B4-BE49-F238E27FC236}">
                  <a16:creationId xmlns:a16="http://schemas.microsoft.com/office/drawing/2014/main" id="{39033152-8FC9-4C4E-854F-CEF81B77D2D2}"/>
                </a:ext>
              </a:extLst>
            </p:cNvPr>
            <p:cNvSpPr/>
            <p:nvPr/>
          </p:nvSpPr>
          <p:spPr>
            <a:xfrm flipH="1">
              <a:off x="5958855" y="3478265"/>
              <a:ext cx="134100" cy="13409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a-IR" sz="800" dirty="0">
                  <a:solidFill>
                    <a:schemeClr val="dk1"/>
                  </a:solidFill>
                  <a:latin typeface="Vazir FD-WOL" panose="020B0603030804020204" pitchFamily="34" charset="-78"/>
                  <a:ea typeface="Catamaran"/>
                  <a:cs typeface="Vazir FD-WOL" panose="020B0603030804020204" pitchFamily="34" charset="-78"/>
                  <a:sym typeface="Catamaran"/>
                </a:rPr>
                <a:t>4</a:t>
              </a:r>
              <a:endParaRPr sz="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</p:grp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E845D49F-CFC4-4A8D-843F-F2B2EE601941}"/>
              </a:ext>
            </a:extLst>
          </p:cNvPr>
          <p:cNvGrpSpPr/>
          <p:nvPr/>
        </p:nvGrpSpPr>
        <p:grpSpPr>
          <a:xfrm>
            <a:off x="6958941" y="3958304"/>
            <a:ext cx="334744" cy="334744"/>
            <a:chOff x="5858533" y="3371391"/>
            <a:chExt cx="334744" cy="334744"/>
          </a:xfrm>
        </p:grpSpPr>
        <p:sp>
          <p:nvSpPr>
            <p:cNvPr id="185" name="Google Shape;606;p39">
              <a:extLst>
                <a:ext uri="{FF2B5EF4-FFF2-40B4-BE49-F238E27FC236}">
                  <a16:creationId xmlns:a16="http://schemas.microsoft.com/office/drawing/2014/main" id="{E0339356-B776-4ADB-BB33-A8E458CBF95F}"/>
                </a:ext>
              </a:extLst>
            </p:cNvPr>
            <p:cNvSpPr/>
            <p:nvPr/>
          </p:nvSpPr>
          <p:spPr>
            <a:xfrm rot="2637262">
              <a:off x="5858533" y="3371391"/>
              <a:ext cx="334744" cy="334744"/>
            </a:xfrm>
            <a:prstGeom prst="teardrop">
              <a:avLst>
                <a:gd name="adj" fmla="val 95976"/>
              </a:avLst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  <p:sp>
          <p:nvSpPr>
            <p:cNvPr id="186" name="Google Shape;607;p39">
              <a:extLst>
                <a:ext uri="{FF2B5EF4-FFF2-40B4-BE49-F238E27FC236}">
                  <a16:creationId xmlns:a16="http://schemas.microsoft.com/office/drawing/2014/main" id="{2B15C32B-08E3-4776-9818-46FF5A149C67}"/>
                </a:ext>
              </a:extLst>
            </p:cNvPr>
            <p:cNvSpPr/>
            <p:nvPr/>
          </p:nvSpPr>
          <p:spPr>
            <a:xfrm flipH="1">
              <a:off x="5958855" y="3478265"/>
              <a:ext cx="134100" cy="13409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a-IR" sz="800" dirty="0">
                  <a:solidFill>
                    <a:schemeClr val="dk1"/>
                  </a:solidFill>
                  <a:latin typeface="Vazir FD-WOL" panose="020B0603030804020204" pitchFamily="34" charset="-78"/>
                  <a:ea typeface="Catamaran"/>
                  <a:cs typeface="Vazir FD-WOL" panose="020B0603030804020204" pitchFamily="34" charset="-78"/>
                  <a:sym typeface="Catamaran"/>
                </a:rPr>
                <a:t>6</a:t>
              </a:r>
              <a:endParaRPr sz="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</p:grpSp>
      <p:sp>
        <p:nvSpPr>
          <p:cNvPr id="187" name="Google Shape;616;p39">
            <a:extLst>
              <a:ext uri="{FF2B5EF4-FFF2-40B4-BE49-F238E27FC236}">
                <a16:creationId xmlns:a16="http://schemas.microsoft.com/office/drawing/2014/main" id="{C328D034-AE93-43FA-BFFB-D797D269CA48}"/>
              </a:ext>
            </a:extLst>
          </p:cNvPr>
          <p:cNvSpPr txBox="1"/>
          <p:nvPr/>
        </p:nvSpPr>
        <p:spPr>
          <a:xfrm>
            <a:off x="8418152" y="777961"/>
            <a:ext cx="623993" cy="35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900" dirty="0">
                <a:solidFill>
                  <a:schemeClr val="dk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rPr>
              <a:t>مقدمه و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900" dirty="0">
                <a:solidFill>
                  <a:schemeClr val="dk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rPr>
              <a:t>بیان مسئله</a:t>
            </a:r>
            <a:endParaRPr sz="900" dirty="0">
              <a:solidFill>
                <a:schemeClr val="dk1"/>
              </a:solidFill>
              <a:latin typeface="Vazir" panose="020B0603030804020204" pitchFamily="34" charset="-78"/>
              <a:ea typeface="Catamaran"/>
              <a:cs typeface="Vazir" panose="020B0603030804020204" pitchFamily="34" charset="-78"/>
              <a:sym typeface="Catamaran"/>
            </a:endParaRPr>
          </a:p>
        </p:txBody>
      </p:sp>
      <p:sp>
        <p:nvSpPr>
          <p:cNvPr id="188" name="Google Shape;616;p39">
            <a:extLst>
              <a:ext uri="{FF2B5EF4-FFF2-40B4-BE49-F238E27FC236}">
                <a16:creationId xmlns:a16="http://schemas.microsoft.com/office/drawing/2014/main" id="{D43DA39D-0842-40F5-8CC7-6A6E67896929}"/>
              </a:ext>
            </a:extLst>
          </p:cNvPr>
          <p:cNvSpPr txBox="1"/>
          <p:nvPr/>
        </p:nvSpPr>
        <p:spPr>
          <a:xfrm>
            <a:off x="6803098" y="1633055"/>
            <a:ext cx="635502" cy="134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900" dirty="0">
                <a:solidFill>
                  <a:schemeClr val="dk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rPr>
              <a:t>مفاهیم</a:t>
            </a:r>
            <a:endParaRPr sz="900" dirty="0">
              <a:solidFill>
                <a:schemeClr val="dk1"/>
              </a:solidFill>
              <a:latin typeface="Vazir" panose="020B0603030804020204" pitchFamily="34" charset="-78"/>
              <a:ea typeface="Catamaran"/>
              <a:cs typeface="Vazir" panose="020B0603030804020204" pitchFamily="34" charset="-78"/>
              <a:sym typeface="Catamaran"/>
            </a:endParaRPr>
          </a:p>
        </p:txBody>
      </p:sp>
      <p:sp>
        <p:nvSpPr>
          <p:cNvPr id="189" name="Google Shape;616;p39">
            <a:extLst>
              <a:ext uri="{FF2B5EF4-FFF2-40B4-BE49-F238E27FC236}">
                <a16:creationId xmlns:a16="http://schemas.microsoft.com/office/drawing/2014/main" id="{65E30DE2-FAF6-45DC-973F-655CF47BC284}"/>
              </a:ext>
            </a:extLst>
          </p:cNvPr>
          <p:cNvSpPr txBox="1"/>
          <p:nvPr/>
        </p:nvSpPr>
        <p:spPr>
          <a:xfrm>
            <a:off x="8372053" y="3698163"/>
            <a:ext cx="727517" cy="194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900" dirty="0">
                <a:solidFill>
                  <a:schemeClr val="dk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rPr>
              <a:t>جمع‌بندی و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900" dirty="0">
                <a:solidFill>
                  <a:schemeClr val="dk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rPr>
              <a:t>پیشنهادات</a:t>
            </a:r>
          </a:p>
        </p:txBody>
      </p:sp>
      <p:sp>
        <p:nvSpPr>
          <p:cNvPr id="190" name="Google Shape;616;p39">
            <a:extLst>
              <a:ext uri="{FF2B5EF4-FFF2-40B4-BE49-F238E27FC236}">
                <a16:creationId xmlns:a16="http://schemas.microsoft.com/office/drawing/2014/main" id="{F6A7202D-3D79-4933-90E6-90207491F687}"/>
              </a:ext>
            </a:extLst>
          </p:cNvPr>
          <p:cNvSpPr txBox="1"/>
          <p:nvPr/>
        </p:nvSpPr>
        <p:spPr>
          <a:xfrm>
            <a:off x="6757091" y="2903363"/>
            <a:ext cx="727517" cy="194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900" dirty="0">
                <a:solidFill>
                  <a:schemeClr val="dk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rPr>
              <a:t>نتایج</a:t>
            </a:r>
            <a:endParaRPr sz="900" dirty="0">
              <a:solidFill>
                <a:schemeClr val="dk1"/>
              </a:solidFill>
              <a:latin typeface="Vazir" panose="020B0603030804020204" pitchFamily="34" charset="-78"/>
              <a:ea typeface="Catamaran"/>
              <a:cs typeface="Vazir" panose="020B0603030804020204" pitchFamily="34" charset="-78"/>
              <a:sym typeface="Catamaran"/>
            </a:endParaRPr>
          </a:p>
        </p:txBody>
      </p:sp>
      <p:sp>
        <p:nvSpPr>
          <p:cNvPr id="191" name="Google Shape;616;p39">
            <a:extLst>
              <a:ext uri="{FF2B5EF4-FFF2-40B4-BE49-F238E27FC236}">
                <a16:creationId xmlns:a16="http://schemas.microsoft.com/office/drawing/2014/main" id="{5772928D-7B6B-4F34-99FE-3F6CF6BE10FB}"/>
              </a:ext>
            </a:extLst>
          </p:cNvPr>
          <p:cNvSpPr txBox="1"/>
          <p:nvPr/>
        </p:nvSpPr>
        <p:spPr>
          <a:xfrm>
            <a:off x="6803098" y="4427975"/>
            <a:ext cx="727517" cy="194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900" dirty="0">
                <a:solidFill>
                  <a:schemeClr val="dk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rPr>
              <a:t>پاسخگویی به سؤالات</a:t>
            </a:r>
            <a:endParaRPr sz="900" dirty="0">
              <a:solidFill>
                <a:schemeClr val="dk1"/>
              </a:solidFill>
              <a:latin typeface="Vazir" panose="020B0603030804020204" pitchFamily="34" charset="-78"/>
              <a:ea typeface="Catamaran"/>
              <a:cs typeface="Vazir" panose="020B0603030804020204" pitchFamily="34" charset="-78"/>
              <a:sym typeface="Catamaran"/>
            </a:endParaRPr>
          </a:p>
        </p:txBody>
      </p:sp>
      <p:sp>
        <p:nvSpPr>
          <p:cNvPr id="192" name="Google Shape;120;p7">
            <a:extLst>
              <a:ext uri="{FF2B5EF4-FFF2-40B4-BE49-F238E27FC236}">
                <a16:creationId xmlns:a16="http://schemas.microsoft.com/office/drawing/2014/main" id="{4A7A9DB2-86BD-43FB-B38F-A71CB541AAC1}"/>
              </a:ext>
            </a:extLst>
          </p:cNvPr>
          <p:cNvSpPr txBox="1">
            <a:spLocks/>
          </p:cNvSpPr>
          <p:nvPr/>
        </p:nvSpPr>
        <p:spPr>
          <a:xfrm>
            <a:off x="114716" y="656300"/>
            <a:ext cx="1199437" cy="39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3970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00" b="0" i="0" u="none" strike="noStrike" cap="none">
                <a:solidFill>
                  <a:schemeClr val="tx1">
                    <a:lumMod val="90000"/>
                    <a:lumOff val="10000"/>
                  </a:schemeClr>
                </a:solidFill>
                <a:latin typeface="Vazir" panose="020B0603030804020204" pitchFamily="34" charset="-78"/>
                <a:ea typeface="Arial"/>
                <a:cs typeface="Vazir" panose="020B0603030804020204" pitchFamily="34" charset="-78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⬡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⬡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a-IR" dirty="0"/>
              <a:t>دانشگاه اصفهان</a:t>
            </a:r>
          </a:p>
          <a:p>
            <a:r>
              <a:rPr lang="fa-IR" dirty="0"/>
              <a:t>دانشکده مهندسی کامپیوتر</a:t>
            </a:r>
          </a:p>
          <a:p>
            <a:r>
              <a:rPr lang="fa-IR" dirty="0"/>
              <a:t>گروه مهندسی فناوری اطلاعات</a:t>
            </a:r>
          </a:p>
        </p:txBody>
      </p:sp>
      <p:sp>
        <p:nvSpPr>
          <p:cNvPr id="193" name="Google Shape;239;p17">
            <a:extLst>
              <a:ext uri="{FF2B5EF4-FFF2-40B4-BE49-F238E27FC236}">
                <a16:creationId xmlns:a16="http://schemas.microsoft.com/office/drawing/2014/main" id="{433169B9-33CE-4384-97B2-534E57CAFC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4533" y="366505"/>
            <a:ext cx="6010500" cy="39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2400" dirty="0">
                <a:latin typeface="Vazir" panose="020B0603030804020204" pitchFamily="34" charset="-78"/>
                <a:cs typeface="Vazir" panose="020B0603030804020204" pitchFamily="34" charset="-78"/>
              </a:rPr>
              <a:t>عفونت ریه</a:t>
            </a:r>
            <a:endParaRPr sz="2400" dirty="0">
              <a:latin typeface="Vazir" panose="020B0603030804020204" pitchFamily="34" charset="-78"/>
              <a:cs typeface="Vazir" panose="020B0603030804020204" pitchFamily="34" charset="-78"/>
            </a:endParaRPr>
          </a:p>
        </p:txBody>
      </p:sp>
      <p:sp>
        <p:nvSpPr>
          <p:cNvPr id="217" name="Google Shape;125;p8">
            <a:extLst>
              <a:ext uri="{FF2B5EF4-FFF2-40B4-BE49-F238E27FC236}">
                <a16:creationId xmlns:a16="http://schemas.microsoft.com/office/drawing/2014/main" id="{1C9D5385-CA31-4C5C-BA9E-4B4243D6E0D2}"/>
              </a:ext>
            </a:extLst>
          </p:cNvPr>
          <p:cNvSpPr/>
          <p:nvPr/>
        </p:nvSpPr>
        <p:spPr>
          <a:xfrm>
            <a:off x="8574184" y="4822960"/>
            <a:ext cx="525386" cy="271414"/>
          </a:xfrm>
          <a:custGeom>
            <a:avLst/>
            <a:gdLst/>
            <a:ahLst/>
            <a:cxnLst/>
            <a:rect l="l" t="t" r="r" b="b"/>
            <a:pathLst>
              <a:path w="21598" h="21315" extrusionOk="0">
                <a:moveTo>
                  <a:pt x="21599" y="14389"/>
                </a:moveTo>
                <a:lnTo>
                  <a:pt x="21599" y="6924"/>
                </a:lnTo>
                <a:cubicBezTo>
                  <a:pt x="21599" y="5784"/>
                  <a:pt x="20918" y="4730"/>
                  <a:pt x="19814" y="4161"/>
                </a:cubicBezTo>
                <a:lnTo>
                  <a:pt x="12583" y="428"/>
                </a:lnTo>
                <a:cubicBezTo>
                  <a:pt x="11478" y="-142"/>
                  <a:pt x="10118" y="-142"/>
                  <a:pt x="9013" y="428"/>
                </a:cubicBezTo>
                <a:lnTo>
                  <a:pt x="1783" y="4161"/>
                </a:lnTo>
                <a:cubicBezTo>
                  <a:pt x="679" y="4731"/>
                  <a:pt x="0" y="5784"/>
                  <a:pt x="0" y="6924"/>
                </a:cubicBezTo>
                <a:lnTo>
                  <a:pt x="0" y="14392"/>
                </a:lnTo>
                <a:cubicBezTo>
                  <a:pt x="1" y="15532"/>
                  <a:pt x="681" y="16585"/>
                  <a:pt x="1785" y="17155"/>
                </a:cubicBezTo>
                <a:lnTo>
                  <a:pt x="9016" y="20888"/>
                </a:lnTo>
                <a:cubicBezTo>
                  <a:pt x="10120" y="21458"/>
                  <a:pt x="11481" y="21458"/>
                  <a:pt x="12585" y="20888"/>
                </a:cubicBezTo>
                <a:lnTo>
                  <a:pt x="19816" y="17155"/>
                </a:lnTo>
                <a:cubicBezTo>
                  <a:pt x="20920" y="16584"/>
                  <a:pt x="21600" y="15530"/>
                  <a:pt x="21599" y="14389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fa-IR" sz="1000" i="0" u="none" strike="noStrike" cap="none" dirty="0">
                <a:solidFill>
                  <a:schemeClr val="bg1"/>
                </a:solidFill>
                <a:latin typeface="Vazir FD-WOL" panose="020B0603030804020204" pitchFamily="34" charset="-78"/>
                <a:cs typeface="Vazir FD-WOL" panose="020B0603030804020204" pitchFamily="34" charset="-78"/>
              </a:rPr>
              <a:t>5</a:t>
            </a:r>
            <a:r>
              <a:rPr lang="fa-IR" sz="1000" i="0" u="none" strike="noStrike" cap="none" dirty="0">
                <a:solidFill>
                  <a:schemeClr val="bg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از </a:t>
            </a:r>
            <a:r>
              <a:rPr lang="fa-IR" sz="1000" i="0" u="none" strike="noStrike" cap="none" dirty="0">
                <a:solidFill>
                  <a:schemeClr val="bg1"/>
                </a:solidFill>
                <a:latin typeface="Vazir FD-WOL" panose="020B0603030804020204" pitchFamily="34" charset="-78"/>
                <a:cs typeface="Vazir FD-WOL" panose="020B0603030804020204" pitchFamily="34" charset="-78"/>
              </a:rPr>
              <a:t>19</a:t>
            </a:r>
            <a:endParaRPr sz="1000" i="0" u="none" strike="noStrike" cap="none" dirty="0">
              <a:solidFill>
                <a:schemeClr val="bg1"/>
              </a:solidFill>
              <a:latin typeface="Vazir FD-WOL" panose="020B0603030804020204" pitchFamily="34" charset="-78"/>
              <a:cs typeface="Vazir FD-WOL" panose="020B0603030804020204" pitchFamily="34" charset="-78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96C46D9-086C-4C8C-BCB1-4AB9D7E63631}"/>
              </a:ext>
            </a:extLst>
          </p:cNvPr>
          <p:cNvGrpSpPr/>
          <p:nvPr/>
        </p:nvGrpSpPr>
        <p:grpSpPr>
          <a:xfrm>
            <a:off x="1897952" y="737521"/>
            <a:ext cx="4310440" cy="3988968"/>
            <a:chOff x="1952764" y="667777"/>
            <a:chExt cx="4341394" cy="395099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6DB6297D-F382-483A-BF81-AE6E77419D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652021" y="723538"/>
              <a:ext cx="3639063" cy="3895229"/>
            </a:xfrm>
            <a:prstGeom prst="rect">
              <a:avLst/>
            </a:prstGeom>
          </p:spPr>
        </p:pic>
        <p:sp>
          <p:nvSpPr>
            <p:cNvPr id="38" name="Google Shape;239;p17">
              <a:extLst>
                <a:ext uri="{FF2B5EF4-FFF2-40B4-BE49-F238E27FC236}">
                  <a16:creationId xmlns:a16="http://schemas.microsoft.com/office/drawing/2014/main" id="{39E17337-EBF1-44F0-AC95-69DBC0ED4CFC}"/>
                </a:ext>
              </a:extLst>
            </p:cNvPr>
            <p:cNvSpPr txBox="1">
              <a:spLocks/>
            </p:cNvSpPr>
            <p:nvPr/>
          </p:nvSpPr>
          <p:spPr>
            <a:xfrm>
              <a:off x="5096621" y="721446"/>
              <a:ext cx="727517" cy="39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3200"/>
                <a:buFont typeface="Catamaran"/>
                <a:buNone/>
                <a:defRPr sz="3200" b="1" i="0" u="none" strike="noStrike" cap="none">
                  <a:solidFill>
                    <a:schemeClr val="accent1"/>
                  </a:solidFill>
                  <a:latin typeface="Catamaran"/>
                  <a:ea typeface="Catamaran"/>
                  <a:cs typeface="Catamaran"/>
                  <a:sym typeface="Catamaran"/>
                </a:defRPr>
              </a:lvl1pPr>
              <a:lvl2pPr marR="0" lvl="1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3200"/>
                <a:buFont typeface="Catamaran"/>
                <a:buNone/>
                <a:defRPr sz="3200" b="1" i="0" u="none" strike="noStrike" cap="none">
                  <a:solidFill>
                    <a:schemeClr val="accent1"/>
                  </a:solidFill>
                  <a:latin typeface="Catamaran"/>
                  <a:ea typeface="Catamaran"/>
                  <a:cs typeface="Catamaran"/>
                  <a:sym typeface="Catamaran"/>
                </a:defRPr>
              </a:lvl2pPr>
              <a:lvl3pPr marR="0" lvl="2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3200"/>
                <a:buFont typeface="Catamaran"/>
                <a:buNone/>
                <a:defRPr sz="3200" b="1" i="0" u="none" strike="noStrike" cap="none">
                  <a:solidFill>
                    <a:schemeClr val="accent1"/>
                  </a:solidFill>
                  <a:latin typeface="Catamaran"/>
                  <a:ea typeface="Catamaran"/>
                  <a:cs typeface="Catamaran"/>
                  <a:sym typeface="Catamaran"/>
                </a:defRPr>
              </a:lvl3pPr>
              <a:lvl4pPr marR="0" lvl="3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3200"/>
                <a:buFont typeface="Catamaran"/>
                <a:buNone/>
                <a:defRPr sz="3200" b="1" i="0" u="none" strike="noStrike" cap="none">
                  <a:solidFill>
                    <a:schemeClr val="accent1"/>
                  </a:solidFill>
                  <a:latin typeface="Catamaran"/>
                  <a:ea typeface="Catamaran"/>
                  <a:cs typeface="Catamaran"/>
                  <a:sym typeface="Catamaran"/>
                </a:defRPr>
              </a:lvl4pPr>
              <a:lvl5pPr marR="0" lvl="4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3200"/>
                <a:buFont typeface="Catamaran"/>
                <a:buNone/>
                <a:defRPr sz="3200" b="1" i="0" u="none" strike="noStrike" cap="none">
                  <a:solidFill>
                    <a:schemeClr val="accent1"/>
                  </a:solidFill>
                  <a:latin typeface="Catamaran"/>
                  <a:ea typeface="Catamaran"/>
                  <a:cs typeface="Catamaran"/>
                  <a:sym typeface="Catamaran"/>
                </a:defRPr>
              </a:lvl5pPr>
              <a:lvl6pPr marR="0" lvl="5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3200"/>
                <a:buFont typeface="Catamaran"/>
                <a:buNone/>
                <a:defRPr sz="3200" b="1" i="0" u="none" strike="noStrike" cap="none">
                  <a:solidFill>
                    <a:schemeClr val="accent1"/>
                  </a:solidFill>
                  <a:latin typeface="Catamaran"/>
                  <a:ea typeface="Catamaran"/>
                  <a:cs typeface="Catamaran"/>
                  <a:sym typeface="Catamaran"/>
                </a:defRPr>
              </a:lvl6pPr>
              <a:lvl7pPr marR="0" lvl="6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3200"/>
                <a:buFont typeface="Catamaran"/>
                <a:buNone/>
                <a:defRPr sz="3200" b="1" i="0" u="none" strike="noStrike" cap="none">
                  <a:solidFill>
                    <a:schemeClr val="accent1"/>
                  </a:solidFill>
                  <a:latin typeface="Catamaran"/>
                  <a:ea typeface="Catamaran"/>
                  <a:cs typeface="Catamaran"/>
                  <a:sym typeface="Catamaran"/>
                </a:defRPr>
              </a:lvl7pPr>
              <a:lvl8pPr marR="0" lvl="7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3200"/>
                <a:buFont typeface="Catamaran"/>
                <a:buNone/>
                <a:defRPr sz="3200" b="1" i="0" u="none" strike="noStrike" cap="none">
                  <a:solidFill>
                    <a:schemeClr val="accent1"/>
                  </a:solidFill>
                  <a:latin typeface="Catamaran"/>
                  <a:ea typeface="Catamaran"/>
                  <a:cs typeface="Catamaran"/>
                  <a:sym typeface="Catamaran"/>
                </a:defRPr>
              </a:lvl8pPr>
              <a:lvl9pPr marR="0" lvl="8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3200"/>
                <a:buFont typeface="Catamaran"/>
                <a:buNone/>
                <a:defRPr sz="3200" b="1" i="0" u="none" strike="noStrike" cap="none">
                  <a:solidFill>
                    <a:schemeClr val="accent1"/>
                  </a:solidFill>
                  <a:latin typeface="Catamaran"/>
                  <a:ea typeface="Catamaran"/>
                  <a:cs typeface="Catamaran"/>
                  <a:sym typeface="Catamaran"/>
                </a:defRPr>
              </a:lvl9pPr>
            </a:lstStyle>
            <a:p>
              <a:pPr algn="r" rtl="1"/>
              <a:r>
                <a:rPr lang="fa-IR" sz="12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azir" panose="020B0603030804020204" pitchFamily="34" charset="-78"/>
                  <a:cs typeface="Vazir" panose="020B0603030804020204" pitchFamily="34" charset="-78"/>
                </a:rPr>
                <a:t>لوب رویین</a:t>
              </a:r>
            </a:p>
          </p:txBody>
        </p:sp>
        <p:sp>
          <p:nvSpPr>
            <p:cNvPr id="39" name="Google Shape;239;p17">
              <a:extLst>
                <a:ext uri="{FF2B5EF4-FFF2-40B4-BE49-F238E27FC236}">
                  <a16:creationId xmlns:a16="http://schemas.microsoft.com/office/drawing/2014/main" id="{3ACEAE10-5D62-451D-8A61-0B3D0C14379E}"/>
                </a:ext>
              </a:extLst>
            </p:cNvPr>
            <p:cNvSpPr txBox="1">
              <a:spLocks/>
            </p:cNvSpPr>
            <p:nvPr/>
          </p:nvSpPr>
          <p:spPr>
            <a:xfrm>
              <a:off x="5566641" y="1536134"/>
              <a:ext cx="727517" cy="39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3200"/>
                <a:buFont typeface="Catamaran"/>
                <a:buNone/>
                <a:defRPr sz="3200" b="1" i="0" u="none" strike="noStrike" cap="none">
                  <a:solidFill>
                    <a:schemeClr val="accent1"/>
                  </a:solidFill>
                  <a:latin typeface="Catamaran"/>
                  <a:ea typeface="Catamaran"/>
                  <a:cs typeface="Catamaran"/>
                  <a:sym typeface="Catamaran"/>
                </a:defRPr>
              </a:lvl1pPr>
              <a:lvl2pPr marR="0" lvl="1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3200"/>
                <a:buFont typeface="Catamaran"/>
                <a:buNone/>
                <a:defRPr sz="3200" b="1" i="0" u="none" strike="noStrike" cap="none">
                  <a:solidFill>
                    <a:schemeClr val="accent1"/>
                  </a:solidFill>
                  <a:latin typeface="Catamaran"/>
                  <a:ea typeface="Catamaran"/>
                  <a:cs typeface="Catamaran"/>
                  <a:sym typeface="Catamaran"/>
                </a:defRPr>
              </a:lvl2pPr>
              <a:lvl3pPr marR="0" lvl="2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3200"/>
                <a:buFont typeface="Catamaran"/>
                <a:buNone/>
                <a:defRPr sz="3200" b="1" i="0" u="none" strike="noStrike" cap="none">
                  <a:solidFill>
                    <a:schemeClr val="accent1"/>
                  </a:solidFill>
                  <a:latin typeface="Catamaran"/>
                  <a:ea typeface="Catamaran"/>
                  <a:cs typeface="Catamaran"/>
                  <a:sym typeface="Catamaran"/>
                </a:defRPr>
              </a:lvl3pPr>
              <a:lvl4pPr marR="0" lvl="3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3200"/>
                <a:buFont typeface="Catamaran"/>
                <a:buNone/>
                <a:defRPr sz="3200" b="1" i="0" u="none" strike="noStrike" cap="none">
                  <a:solidFill>
                    <a:schemeClr val="accent1"/>
                  </a:solidFill>
                  <a:latin typeface="Catamaran"/>
                  <a:ea typeface="Catamaran"/>
                  <a:cs typeface="Catamaran"/>
                  <a:sym typeface="Catamaran"/>
                </a:defRPr>
              </a:lvl4pPr>
              <a:lvl5pPr marR="0" lvl="4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3200"/>
                <a:buFont typeface="Catamaran"/>
                <a:buNone/>
                <a:defRPr sz="3200" b="1" i="0" u="none" strike="noStrike" cap="none">
                  <a:solidFill>
                    <a:schemeClr val="accent1"/>
                  </a:solidFill>
                  <a:latin typeface="Catamaran"/>
                  <a:ea typeface="Catamaran"/>
                  <a:cs typeface="Catamaran"/>
                  <a:sym typeface="Catamaran"/>
                </a:defRPr>
              </a:lvl5pPr>
              <a:lvl6pPr marR="0" lvl="5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3200"/>
                <a:buFont typeface="Catamaran"/>
                <a:buNone/>
                <a:defRPr sz="3200" b="1" i="0" u="none" strike="noStrike" cap="none">
                  <a:solidFill>
                    <a:schemeClr val="accent1"/>
                  </a:solidFill>
                  <a:latin typeface="Catamaran"/>
                  <a:ea typeface="Catamaran"/>
                  <a:cs typeface="Catamaran"/>
                  <a:sym typeface="Catamaran"/>
                </a:defRPr>
              </a:lvl6pPr>
              <a:lvl7pPr marR="0" lvl="6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3200"/>
                <a:buFont typeface="Catamaran"/>
                <a:buNone/>
                <a:defRPr sz="3200" b="1" i="0" u="none" strike="noStrike" cap="none">
                  <a:solidFill>
                    <a:schemeClr val="accent1"/>
                  </a:solidFill>
                  <a:latin typeface="Catamaran"/>
                  <a:ea typeface="Catamaran"/>
                  <a:cs typeface="Catamaran"/>
                  <a:sym typeface="Catamaran"/>
                </a:defRPr>
              </a:lvl7pPr>
              <a:lvl8pPr marR="0" lvl="7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3200"/>
                <a:buFont typeface="Catamaran"/>
                <a:buNone/>
                <a:defRPr sz="3200" b="1" i="0" u="none" strike="noStrike" cap="none">
                  <a:solidFill>
                    <a:schemeClr val="accent1"/>
                  </a:solidFill>
                  <a:latin typeface="Catamaran"/>
                  <a:ea typeface="Catamaran"/>
                  <a:cs typeface="Catamaran"/>
                  <a:sym typeface="Catamaran"/>
                </a:defRPr>
              </a:lvl8pPr>
              <a:lvl9pPr marR="0" lvl="8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3200"/>
                <a:buFont typeface="Catamaran"/>
                <a:buNone/>
                <a:defRPr sz="3200" b="1" i="0" u="none" strike="noStrike" cap="none">
                  <a:solidFill>
                    <a:schemeClr val="accent1"/>
                  </a:solidFill>
                  <a:latin typeface="Catamaran"/>
                  <a:ea typeface="Catamaran"/>
                  <a:cs typeface="Catamaran"/>
                  <a:sym typeface="Catamaran"/>
                </a:defRPr>
              </a:lvl9pPr>
            </a:lstStyle>
            <a:p>
              <a:pPr algn="r" rtl="1"/>
              <a:r>
                <a:rPr lang="fa-IR" sz="12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azir" panose="020B0603030804020204" pitchFamily="34" charset="-78"/>
                  <a:cs typeface="Vazir" panose="020B0603030804020204" pitchFamily="34" charset="-78"/>
                </a:rPr>
                <a:t>لوب زیرین</a:t>
              </a:r>
            </a:p>
          </p:txBody>
        </p:sp>
        <p:sp>
          <p:nvSpPr>
            <p:cNvPr id="40" name="Google Shape;239;p17">
              <a:extLst>
                <a:ext uri="{FF2B5EF4-FFF2-40B4-BE49-F238E27FC236}">
                  <a16:creationId xmlns:a16="http://schemas.microsoft.com/office/drawing/2014/main" id="{2CA30C5F-D6B4-4E90-B429-C9A4CBE60A52}"/>
                </a:ext>
              </a:extLst>
            </p:cNvPr>
            <p:cNvSpPr txBox="1">
              <a:spLocks/>
            </p:cNvSpPr>
            <p:nvPr/>
          </p:nvSpPr>
          <p:spPr>
            <a:xfrm>
              <a:off x="2348399" y="667777"/>
              <a:ext cx="1309201" cy="39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3200"/>
                <a:buFont typeface="Catamaran"/>
                <a:buNone/>
                <a:defRPr sz="3200" b="1" i="0" u="none" strike="noStrike" cap="none">
                  <a:solidFill>
                    <a:schemeClr val="accent1"/>
                  </a:solidFill>
                  <a:latin typeface="Catamaran"/>
                  <a:ea typeface="Catamaran"/>
                  <a:cs typeface="Catamaran"/>
                  <a:sym typeface="Catamaran"/>
                </a:defRPr>
              </a:lvl1pPr>
              <a:lvl2pPr marR="0" lvl="1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3200"/>
                <a:buFont typeface="Catamaran"/>
                <a:buNone/>
                <a:defRPr sz="3200" b="1" i="0" u="none" strike="noStrike" cap="none">
                  <a:solidFill>
                    <a:schemeClr val="accent1"/>
                  </a:solidFill>
                  <a:latin typeface="Catamaran"/>
                  <a:ea typeface="Catamaran"/>
                  <a:cs typeface="Catamaran"/>
                  <a:sym typeface="Catamaran"/>
                </a:defRPr>
              </a:lvl2pPr>
              <a:lvl3pPr marR="0" lvl="2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3200"/>
                <a:buFont typeface="Catamaran"/>
                <a:buNone/>
                <a:defRPr sz="3200" b="1" i="0" u="none" strike="noStrike" cap="none">
                  <a:solidFill>
                    <a:schemeClr val="accent1"/>
                  </a:solidFill>
                  <a:latin typeface="Catamaran"/>
                  <a:ea typeface="Catamaran"/>
                  <a:cs typeface="Catamaran"/>
                  <a:sym typeface="Catamaran"/>
                </a:defRPr>
              </a:lvl3pPr>
              <a:lvl4pPr marR="0" lvl="3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3200"/>
                <a:buFont typeface="Catamaran"/>
                <a:buNone/>
                <a:defRPr sz="3200" b="1" i="0" u="none" strike="noStrike" cap="none">
                  <a:solidFill>
                    <a:schemeClr val="accent1"/>
                  </a:solidFill>
                  <a:latin typeface="Catamaran"/>
                  <a:ea typeface="Catamaran"/>
                  <a:cs typeface="Catamaran"/>
                  <a:sym typeface="Catamaran"/>
                </a:defRPr>
              </a:lvl4pPr>
              <a:lvl5pPr marR="0" lvl="4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3200"/>
                <a:buFont typeface="Catamaran"/>
                <a:buNone/>
                <a:defRPr sz="3200" b="1" i="0" u="none" strike="noStrike" cap="none">
                  <a:solidFill>
                    <a:schemeClr val="accent1"/>
                  </a:solidFill>
                  <a:latin typeface="Catamaran"/>
                  <a:ea typeface="Catamaran"/>
                  <a:cs typeface="Catamaran"/>
                  <a:sym typeface="Catamaran"/>
                </a:defRPr>
              </a:lvl5pPr>
              <a:lvl6pPr marR="0" lvl="5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3200"/>
                <a:buFont typeface="Catamaran"/>
                <a:buNone/>
                <a:defRPr sz="3200" b="1" i="0" u="none" strike="noStrike" cap="none">
                  <a:solidFill>
                    <a:schemeClr val="accent1"/>
                  </a:solidFill>
                  <a:latin typeface="Catamaran"/>
                  <a:ea typeface="Catamaran"/>
                  <a:cs typeface="Catamaran"/>
                  <a:sym typeface="Catamaran"/>
                </a:defRPr>
              </a:lvl6pPr>
              <a:lvl7pPr marR="0" lvl="6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3200"/>
                <a:buFont typeface="Catamaran"/>
                <a:buNone/>
                <a:defRPr sz="3200" b="1" i="0" u="none" strike="noStrike" cap="none">
                  <a:solidFill>
                    <a:schemeClr val="accent1"/>
                  </a:solidFill>
                  <a:latin typeface="Catamaran"/>
                  <a:ea typeface="Catamaran"/>
                  <a:cs typeface="Catamaran"/>
                  <a:sym typeface="Catamaran"/>
                </a:defRPr>
              </a:lvl7pPr>
              <a:lvl8pPr marR="0" lvl="7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3200"/>
                <a:buFont typeface="Catamaran"/>
                <a:buNone/>
                <a:defRPr sz="3200" b="1" i="0" u="none" strike="noStrike" cap="none">
                  <a:solidFill>
                    <a:schemeClr val="accent1"/>
                  </a:solidFill>
                  <a:latin typeface="Catamaran"/>
                  <a:ea typeface="Catamaran"/>
                  <a:cs typeface="Catamaran"/>
                  <a:sym typeface="Catamaran"/>
                </a:defRPr>
              </a:lvl8pPr>
              <a:lvl9pPr marR="0" lvl="8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3200"/>
                <a:buFont typeface="Catamaran"/>
                <a:buNone/>
                <a:defRPr sz="3200" b="1" i="0" u="none" strike="noStrike" cap="none">
                  <a:solidFill>
                    <a:schemeClr val="accent1"/>
                  </a:solidFill>
                  <a:latin typeface="Catamaran"/>
                  <a:ea typeface="Catamaran"/>
                  <a:cs typeface="Catamaran"/>
                  <a:sym typeface="Catamaran"/>
                </a:defRPr>
              </a:lvl9pPr>
            </a:lstStyle>
            <a:p>
              <a:pPr algn="r" rtl="1"/>
              <a:r>
                <a:rPr lang="fa-IR" sz="12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azir" panose="020B0603030804020204" pitchFamily="34" charset="-78"/>
                  <a:cs typeface="Vazir" panose="020B0603030804020204" pitchFamily="34" charset="-78"/>
                </a:rPr>
                <a:t>لوب بالایی ریه راست</a:t>
              </a:r>
            </a:p>
          </p:txBody>
        </p:sp>
        <p:sp>
          <p:nvSpPr>
            <p:cNvPr id="42" name="Google Shape;239;p17">
              <a:extLst>
                <a:ext uri="{FF2B5EF4-FFF2-40B4-BE49-F238E27FC236}">
                  <a16:creationId xmlns:a16="http://schemas.microsoft.com/office/drawing/2014/main" id="{108CEB79-4599-4F50-A1DA-55E9E9AEC439}"/>
                </a:ext>
              </a:extLst>
            </p:cNvPr>
            <p:cNvSpPr txBox="1">
              <a:spLocks/>
            </p:cNvSpPr>
            <p:nvPr/>
          </p:nvSpPr>
          <p:spPr>
            <a:xfrm>
              <a:off x="2062892" y="1556812"/>
              <a:ext cx="1309201" cy="39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3200"/>
                <a:buFont typeface="Catamaran"/>
                <a:buNone/>
                <a:defRPr sz="3200" b="1" i="0" u="none" strike="noStrike" cap="none">
                  <a:solidFill>
                    <a:schemeClr val="accent1"/>
                  </a:solidFill>
                  <a:latin typeface="Catamaran"/>
                  <a:ea typeface="Catamaran"/>
                  <a:cs typeface="Catamaran"/>
                  <a:sym typeface="Catamaran"/>
                </a:defRPr>
              </a:lvl1pPr>
              <a:lvl2pPr marR="0" lvl="1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3200"/>
                <a:buFont typeface="Catamaran"/>
                <a:buNone/>
                <a:defRPr sz="3200" b="1" i="0" u="none" strike="noStrike" cap="none">
                  <a:solidFill>
                    <a:schemeClr val="accent1"/>
                  </a:solidFill>
                  <a:latin typeface="Catamaran"/>
                  <a:ea typeface="Catamaran"/>
                  <a:cs typeface="Catamaran"/>
                  <a:sym typeface="Catamaran"/>
                </a:defRPr>
              </a:lvl2pPr>
              <a:lvl3pPr marR="0" lvl="2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3200"/>
                <a:buFont typeface="Catamaran"/>
                <a:buNone/>
                <a:defRPr sz="3200" b="1" i="0" u="none" strike="noStrike" cap="none">
                  <a:solidFill>
                    <a:schemeClr val="accent1"/>
                  </a:solidFill>
                  <a:latin typeface="Catamaran"/>
                  <a:ea typeface="Catamaran"/>
                  <a:cs typeface="Catamaran"/>
                  <a:sym typeface="Catamaran"/>
                </a:defRPr>
              </a:lvl3pPr>
              <a:lvl4pPr marR="0" lvl="3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3200"/>
                <a:buFont typeface="Catamaran"/>
                <a:buNone/>
                <a:defRPr sz="3200" b="1" i="0" u="none" strike="noStrike" cap="none">
                  <a:solidFill>
                    <a:schemeClr val="accent1"/>
                  </a:solidFill>
                  <a:latin typeface="Catamaran"/>
                  <a:ea typeface="Catamaran"/>
                  <a:cs typeface="Catamaran"/>
                  <a:sym typeface="Catamaran"/>
                </a:defRPr>
              </a:lvl4pPr>
              <a:lvl5pPr marR="0" lvl="4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3200"/>
                <a:buFont typeface="Catamaran"/>
                <a:buNone/>
                <a:defRPr sz="3200" b="1" i="0" u="none" strike="noStrike" cap="none">
                  <a:solidFill>
                    <a:schemeClr val="accent1"/>
                  </a:solidFill>
                  <a:latin typeface="Catamaran"/>
                  <a:ea typeface="Catamaran"/>
                  <a:cs typeface="Catamaran"/>
                  <a:sym typeface="Catamaran"/>
                </a:defRPr>
              </a:lvl5pPr>
              <a:lvl6pPr marR="0" lvl="5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3200"/>
                <a:buFont typeface="Catamaran"/>
                <a:buNone/>
                <a:defRPr sz="3200" b="1" i="0" u="none" strike="noStrike" cap="none">
                  <a:solidFill>
                    <a:schemeClr val="accent1"/>
                  </a:solidFill>
                  <a:latin typeface="Catamaran"/>
                  <a:ea typeface="Catamaran"/>
                  <a:cs typeface="Catamaran"/>
                  <a:sym typeface="Catamaran"/>
                </a:defRPr>
              </a:lvl6pPr>
              <a:lvl7pPr marR="0" lvl="6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3200"/>
                <a:buFont typeface="Catamaran"/>
                <a:buNone/>
                <a:defRPr sz="3200" b="1" i="0" u="none" strike="noStrike" cap="none">
                  <a:solidFill>
                    <a:schemeClr val="accent1"/>
                  </a:solidFill>
                  <a:latin typeface="Catamaran"/>
                  <a:ea typeface="Catamaran"/>
                  <a:cs typeface="Catamaran"/>
                  <a:sym typeface="Catamaran"/>
                </a:defRPr>
              </a:lvl7pPr>
              <a:lvl8pPr marR="0" lvl="7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3200"/>
                <a:buFont typeface="Catamaran"/>
                <a:buNone/>
                <a:defRPr sz="3200" b="1" i="0" u="none" strike="noStrike" cap="none">
                  <a:solidFill>
                    <a:schemeClr val="accent1"/>
                  </a:solidFill>
                  <a:latin typeface="Catamaran"/>
                  <a:ea typeface="Catamaran"/>
                  <a:cs typeface="Catamaran"/>
                  <a:sym typeface="Catamaran"/>
                </a:defRPr>
              </a:lvl8pPr>
              <a:lvl9pPr marR="0" lvl="8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3200"/>
                <a:buFont typeface="Catamaran"/>
                <a:buNone/>
                <a:defRPr sz="3200" b="1" i="0" u="none" strike="noStrike" cap="none">
                  <a:solidFill>
                    <a:schemeClr val="accent1"/>
                  </a:solidFill>
                  <a:latin typeface="Catamaran"/>
                  <a:ea typeface="Catamaran"/>
                  <a:cs typeface="Catamaran"/>
                  <a:sym typeface="Catamaran"/>
                </a:defRPr>
              </a:lvl9pPr>
            </a:lstStyle>
            <a:p>
              <a:pPr algn="r" rtl="1"/>
              <a:r>
                <a:rPr lang="fa-IR" sz="12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azir" panose="020B0603030804020204" pitchFamily="34" charset="-78"/>
                  <a:cs typeface="Vazir" panose="020B0603030804020204" pitchFamily="34" charset="-78"/>
                </a:rPr>
                <a:t>لوب میانی ریه راست</a:t>
              </a:r>
            </a:p>
          </p:txBody>
        </p:sp>
        <p:sp>
          <p:nvSpPr>
            <p:cNvPr id="43" name="Google Shape;239;p17">
              <a:extLst>
                <a:ext uri="{FF2B5EF4-FFF2-40B4-BE49-F238E27FC236}">
                  <a16:creationId xmlns:a16="http://schemas.microsoft.com/office/drawing/2014/main" id="{52D4AE27-220F-4A9E-B61B-21144E88B538}"/>
                </a:ext>
              </a:extLst>
            </p:cNvPr>
            <p:cNvSpPr txBox="1">
              <a:spLocks/>
            </p:cNvSpPr>
            <p:nvPr/>
          </p:nvSpPr>
          <p:spPr>
            <a:xfrm>
              <a:off x="1952764" y="3709717"/>
              <a:ext cx="1309201" cy="39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3200"/>
                <a:buFont typeface="Catamaran"/>
                <a:buNone/>
                <a:defRPr sz="3200" b="1" i="0" u="none" strike="noStrike" cap="none">
                  <a:solidFill>
                    <a:schemeClr val="accent1"/>
                  </a:solidFill>
                  <a:latin typeface="Catamaran"/>
                  <a:ea typeface="Catamaran"/>
                  <a:cs typeface="Catamaran"/>
                  <a:sym typeface="Catamaran"/>
                </a:defRPr>
              </a:lvl1pPr>
              <a:lvl2pPr marR="0" lvl="1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3200"/>
                <a:buFont typeface="Catamaran"/>
                <a:buNone/>
                <a:defRPr sz="3200" b="1" i="0" u="none" strike="noStrike" cap="none">
                  <a:solidFill>
                    <a:schemeClr val="accent1"/>
                  </a:solidFill>
                  <a:latin typeface="Catamaran"/>
                  <a:ea typeface="Catamaran"/>
                  <a:cs typeface="Catamaran"/>
                  <a:sym typeface="Catamaran"/>
                </a:defRPr>
              </a:lvl2pPr>
              <a:lvl3pPr marR="0" lvl="2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3200"/>
                <a:buFont typeface="Catamaran"/>
                <a:buNone/>
                <a:defRPr sz="3200" b="1" i="0" u="none" strike="noStrike" cap="none">
                  <a:solidFill>
                    <a:schemeClr val="accent1"/>
                  </a:solidFill>
                  <a:latin typeface="Catamaran"/>
                  <a:ea typeface="Catamaran"/>
                  <a:cs typeface="Catamaran"/>
                  <a:sym typeface="Catamaran"/>
                </a:defRPr>
              </a:lvl3pPr>
              <a:lvl4pPr marR="0" lvl="3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3200"/>
                <a:buFont typeface="Catamaran"/>
                <a:buNone/>
                <a:defRPr sz="3200" b="1" i="0" u="none" strike="noStrike" cap="none">
                  <a:solidFill>
                    <a:schemeClr val="accent1"/>
                  </a:solidFill>
                  <a:latin typeface="Catamaran"/>
                  <a:ea typeface="Catamaran"/>
                  <a:cs typeface="Catamaran"/>
                  <a:sym typeface="Catamaran"/>
                </a:defRPr>
              </a:lvl4pPr>
              <a:lvl5pPr marR="0" lvl="4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3200"/>
                <a:buFont typeface="Catamaran"/>
                <a:buNone/>
                <a:defRPr sz="3200" b="1" i="0" u="none" strike="noStrike" cap="none">
                  <a:solidFill>
                    <a:schemeClr val="accent1"/>
                  </a:solidFill>
                  <a:latin typeface="Catamaran"/>
                  <a:ea typeface="Catamaran"/>
                  <a:cs typeface="Catamaran"/>
                  <a:sym typeface="Catamaran"/>
                </a:defRPr>
              </a:lvl5pPr>
              <a:lvl6pPr marR="0" lvl="5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3200"/>
                <a:buFont typeface="Catamaran"/>
                <a:buNone/>
                <a:defRPr sz="3200" b="1" i="0" u="none" strike="noStrike" cap="none">
                  <a:solidFill>
                    <a:schemeClr val="accent1"/>
                  </a:solidFill>
                  <a:latin typeface="Catamaran"/>
                  <a:ea typeface="Catamaran"/>
                  <a:cs typeface="Catamaran"/>
                  <a:sym typeface="Catamaran"/>
                </a:defRPr>
              </a:lvl6pPr>
              <a:lvl7pPr marR="0" lvl="6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3200"/>
                <a:buFont typeface="Catamaran"/>
                <a:buNone/>
                <a:defRPr sz="3200" b="1" i="0" u="none" strike="noStrike" cap="none">
                  <a:solidFill>
                    <a:schemeClr val="accent1"/>
                  </a:solidFill>
                  <a:latin typeface="Catamaran"/>
                  <a:ea typeface="Catamaran"/>
                  <a:cs typeface="Catamaran"/>
                  <a:sym typeface="Catamaran"/>
                </a:defRPr>
              </a:lvl7pPr>
              <a:lvl8pPr marR="0" lvl="7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3200"/>
                <a:buFont typeface="Catamaran"/>
                <a:buNone/>
                <a:defRPr sz="3200" b="1" i="0" u="none" strike="noStrike" cap="none">
                  <a:solidFill>
                    <a:schemeClr val="accent1"/>
                  </a:solidFill>
                  <a:latin typeface="Catamaran"/>
                  <a:ea typeface="Catamaran"/>
                  <a:cs typeface="Catamaran"/>
                  <a:sym typeface="Catamaran"/>
                </a:defRPr>
              </a:lvl8pPr>
              <a:lvl9pPr marR="0" lvl="8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3200"/>
                <a:buFont typeface="Catamaran"/>
                <a:buNone/>
                <a:defRPr sz="3200" b="1" i="0" u="none" strike="noStrike" cap="none">
                  <a:solidFill>
                    <a:schemeClr val="accent1"/>
                  </a:solidFill>
                  <a:latin typeface="Catamaran"/>
                  <a:ea typeface="Catamaran"/>
                  <a:cs typeface="Catamaran"/>
                  <a:sym typeface="Catamaran"/>
                </a:defRPr>
              </a:lvl9pPr>
            </a:lstStyle>
            <a:p>
              <a:pPr algn="r" rtl="1"/>
              <a:r>
                <a:rPr lang="fa-IR" sz="12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azir" panose="020B0603030804020204" pitchFamily="34" charset="-78"/>
                  <a:cs typeface="Vazir" panose="020B0603030804020204" pitchFamily="34" charset="-78"/>
                </a:rPr>
                <a:t>لوب زیرین ریه راست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58665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92EB0CC-A94B-419A-A4FA-3D53B5B5D1DD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ar-BH" dirty="0">
                <a:latin typeface="Vazir" panose="020B0603030804020204" pitchFamily="34" charset="-78"/>
                <a:cs typeface="Vazir" panose="020B0603030804020204" pitchFamily="34" charset="-78"/>
              </a:rPr>
              <a:t>سحر سرکار - تحلیل ویژگی‌های رادیومیکس برای تشخیص عفونت در ریه - شهریور </a:t>
            </a:r>
            <a:r>
              <a:rPr lang="ar-BH" dirty="0">
                <a:latin typeface="Vazir FD-WOL" panose="020B0603030804020204" pitchFamily="34" charset="-78"/>
                <a:cs typeface="Vazir FD-WOL" panose="020B0603030804020204" pitchFamily="34" charset="-78"/>
              </a:rPr>
              <a:t>1400</a:t>
            </a:r>
            <a:endParaRPr lang="en-US" dirty="0">
              <a:latin typeface="Vazir FD-WOL" panose="020B0603030804020204" pitchFamily="34" charset="-78"/>
              <a:cs typeface="Vazir FD-WOL" panose="020B0603030804020204" pitchFamily="34" charset="-78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5A031A7-13FD-47CE-A02B-DE9AC34C57FE}"/>
              </a:ext>
            </a:extLst>
          </p:cNvPr>
          <p:cNvGrpSpPr/>
          <p:nvPr/>
        </p:nvGrpSpPr>
        <p:grpSpPr>
          <a:xfrm rot="16200000">
            <a:off x="4892224" y="1966620"/>
            <a:ext cx="6152709" cy="886850"/>
            <a:chOff x="0" y="2536120"/>
            <a:chExt cx="9144000" cy="1011043"/>
          </a:xfrm>
        </p:grpSpPr>
        <p:sp>
          <p:nvSpPr>
            <p:cNvPr id="58" name="Google Shape;594;p39">
              <a:extLst>
                <a:ext uri="{FF2B5EF4-FFF2-40B4-BE49-F238E27FC236}">
                  <a16:creationId xmlns:a16="http://schemas.microsoft.com/office/drawing/2014/main" id="{50921073-1AD5-4BF4-B917-0BD453041470}"/>
                </a:ext>
              </a:extLst>
            </p:cNvPr>
            <p:cNvSpPr/>
            <p:nvPr/>
          </p:nvSpPr>
          <p:spPr>
            <a:xfrm>
              <a:off x="0" y="2536120"/>
              <a:ext cx="9144000" cy="1011043"/>
            </a:xfrm>
            <a:custGeom>
              <a:avLst/>
              <a:gdLst/>
              <a:ahLst/>
              <a:cxnLst/>
              <a:rect l="l" t="t" r="r" b="b"/>
              <a:pathLst>
                <a:path w="12192000" h="1348058" extrusionOk="0">
                  <a:moveTo>
                    <a:pt x="12192000" y="0"/>
                  </a:moveTo>
                  <a:lnTo>
                    <a:pt x="10837333" y="0"/>
                  </a:lnTo>
                  <a:cubicBezTo>
                    <a:pt x="10463295" y="0"/>
                    <a:pt x="10160000" y="301773"/>
                    <a:pt x="10160000" y="674029"/>
                  </a:cubicBezTo>
                  <a:lnTo>
                    <a:pt x="10160000" y="674029"/>
                  </a:lnTo>
                  <a:cubicBezTo>
                    <a:pt x="10160000" y="1046281"/>
                    <a:pt x="9856705" y="1348059"/>
                    <a:pt x="9482667" y="1348059"/>
                  </a:cubicBezTo>
                  <a:lnTo>
                    <a:pt x="9482667" y="1348059"/>
                  </a:lnTo>
                  <a:cubicBezTo>
                    <a:pt x="9108581" y="1348059"/>
                    <a:pt x="8805333" y="1046281"/>
                    <a:pt x="8805333" y="674029"/>
                  </a:cubicBezTo>
                  <a:lnTo>
                    <a:pt x="8805333" y="674029"/>
                  </a:lnTo>
                  <a:cubicBezTo>
                    <a:pt x="8805333" y="301773"/>
                    <a:pt x="8502086" y="0"/>
                    <a:pt x="8128000" y="0"/>
                  </a:cubicBezTo>
                  <a:lnTo>
                    <a:pt x="8128000" y="0"/>
                  </a:lnTo>
                  <a:cubicBezTo>
                    <a:pt x="7753915" y="0"/>
                    <a:pt x="7450667" y="301773"/>
                    <a:pt x="7450667" y="674029"/>
                  </a:cubicBezTo>
                  <a:lnTo>
                    <a:pt x="7450667" y="674029"/>
                  </a:lnTo>
                  <a:cubicBezTo>
                    <a:pt x="7450667" y="1046281"/>
                    <a:pt x="7147419" y="1348059"/>
                    <a:pt x="6773334" y="1348059"/>
                  </a:cubicBezTo>
                  <a:lnTo>
                    <a:pt x="6773334" y="1348059"/>
                  </a:lnTo>
                  <a:cubicBezTo>
                    <a:pt x="6399248" y="1348059"/>
                    <a:pt x="6096000" y="1046281"/>
                    <a:pt x="6096000" y="674029"/>
                  </a:cubicBezTo>
                  <a:lnTo>
                    <a:pt x="6096000" y="674029"/>
                  </a:lnTo>
                  <a:cubicBezTo>
                    <a:pt x="6096000" y="301773"/>
                    <a:pt x="5792753" y="0"/>
                    <a:pt x="5418667" y="0"/>
                  </a:cubicBezTo>
                  <a:lnTo>
                    <a:pt x="5418667" y="0"/>
                  </a:lnTo>
                  <a:cubicBezTo>
                    <a:pt x="5044581" y="0"/>
                    <a:pt x="4741334" y="301773"/>
                    <a:pt x="4741334" y="674029"/>
                  </a:cubicBezTo>
                  <a:lnTo>
                    <a:pt x="4741334" y="674029"/>
                  </a:lnTo>
                  <a:cubicBezTo>
                    <a:pt x="4741334" y="1046281"/>
                    <a:pt x="4438076" y="1348059"/>
                    <a:pt x="4064000" y="1348059"/>
                  </a:cubicBezTo>
                  <a:lnTo>
                    <a:pt x="4064000" y="1348059"/>
                  </a:lnTo>
                  <a:cubicBezTo>
                    <a:pt x="3689924" y="1348059"/>
                    <a:pt x="3386667" y="1046281"/>
                    <a:pt x="3386667" y="674029"/>
                  </a:cubicBezTo>
                  <a:lnTo>
                    <a:pt x="3386667" y="674029"/>
                  </a:lnTo>
                  <a:cubicBezTo>
                    <a:pt x="3386667" y="301773"/>
                    <a:pt x="3083410" y="0"/>
                    <a:pt x="2709333" y="0"/>
                  </a:cubicBezTo>
                  <a:lnTo>
                    <a:pt x="2709333" y="0"/>
                  </a:lnTo>
                  <a:cubicBezTo>
                    <a:pt x="2335257" y="0"/>
                    <a:pt x="2032000" y="301773"/>
                    <a:pt x="2032000" y="674029"/>
                  </a:cubicBezTo>
                  <a:lnTo>
                    <a:pt x="2032000" y="674029"/>
                  </a:lnTo>
                  <a:cubicBezTo>
                    <a:pt x="2032000" y="1046281"/>
                    <a:pt x="1728743" y="1348059"/>
                    <a:pt x="1354667" y="1348059"/>
                  </a:cubicBezTo>
                  <a:lnTo>
                    <a:pt x="0" y="1348059"/>
                  </a:lnTo>
                </a:path>
              </a:pathLst>
            </a:custGeom>
            <a:noFill/>
            <a:ln w="228600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Vazir" panose="020B0603030804020204" pitchFamily="34" charset="-78"/>
                <a:ea typeface="Calibri"/>
                <a:cs typeface="Vazir" panose="020B0603030804020204" pitchFamily="34" charset="-78"/>
                <a:sym typeface="Calibri"/>
              </a:endParaRPr>
            </a:p>
          </p:txBody>
        </p:sp>
        <p:sp>
          <p:nvSpPr>
            <p:cNvPr id="59" name="Google Shape;595;p39">
              <a:extLst>
                <a:ext uri="{FF2B5EF4-FFF2-40B4-BE49-F238E27FC236}">
                  <a16:creationId xmlns:a16="http://schemas.microsoft.com/office/drawing/2014/main" id="{80BD9715-5D54-48BA-8232-EBD61376B29C}"/>
                </a:ext>
              </a:extLst>
            </p:cNvPr>
            <p:cNvSpPr/>
            <p:nvPr/>
          </p:nvSpPr>
          <p:spPr>
            <a:xfrm>
              <a:off x="0" y="2536120"/>
              <a:ext cx="9144000" cy="1011043"/>
            </a:xfrm>
            <a:custGeom>
              <a:avLst/>
              <a:gdLst/>
              <a:ahLst/>
              <a:cxnLst/>
              <a:rect l="l" t="t" r="r" b="b"/>
              <a:pathLst>
                <a:path w="12192000" h="1348058" extrusionOk="0">
                  <a:moveTo>
                    <a:pt x="12192000" y="0"/>
                  </a:moveTo>
                  <a:lnTo>
                    <a:pt x="10837333" y="0"/>
                  </a:lnTo>
                  <a:cubicBezTo>
                    <a:pt x="10463295" y="0"/>
                    <a:pt x="10160000" y="301773"/>
                    <a:pt x="10160000" y="674029"/>
                  </a:cubicBezTo>
                  <a:lnTo>
                    <a:pt x="10160000" y="674029"/>
                  </a:lnTo>
                  <a:cubicBezTo>
                    <a:pt x="10160000" y="1046281"/>
                    <a:pt x="9856705" y="1348059"/>
                    <a:pt x="9482667" y="1348059"/>
                  </a:cubicBezTo>
                  <a:lnTo>
                    <a:pt x="9482667" y="1348059"/>
                  </a:lnTo>
                  <a:cubicBezTo>
                    <a:pt x="9108581" y="1348059"/>
                    <a:pt x="8805333" y="1046281"/>
                    <a:pt x="8805333" y="674029"/>
                  </a:cubicBezTo>
                  <a:lnTo>
                    <a:pt x="8805333" y="674029"/>
                  </a:lnTo>
                  <a:cubicBezTo>
                    <a:pt x="8805333" y="301773"/>
                    <a:pt x="8502086" y="0"/>
                    <a:pt x="8128000" y="0"/>
                  </a:cubicBezTo>
                  <a:lnTo>
                    <a:pt x="8128000" y="0"/>
                  </a:lnTo>
                  <a:cubicBezTo>
                    <a:pt x="7753915" y="0"/>
                    <a:pt x="7450667" y="301773"/>
                    <a:pt x="7450667" y="674029"/>
                  </a:cubicBezTo>
                  <a:lnTo>
                    <a:pt x="7450667" y="674029"/>
                  </a:lnTo>
                  <a:cubicBezTo>
                    <a:pt x="7450667" y="1046281"/>
                    <a:pt x="7147419" y="1348059"/>
                    <a:pt x="6773334" y="1348059"/>
                  </a:cubicBezTo>
                  <a:lnTo>
                    <a:pt x="6773334" y="1348059"/>
                  </a:lnTo>
                  <a:cubicBezTo>
                    <a:pt x="6399248" y="1348059"/>
                    <a:pt x="6096000" y="1046281"/>
                    <a:pt x="6096000" y="674029"/>
                  </a:cubicBezTo>
                  <a:lnTo>
                    <a:pt x="6096000" y="674029"/>
                  </a:lnTo>
                  <a:cubicBezTo>
                    <a:pt x="6096000" y="301773"/>
                    <a:pt x="5792753" y="0"/>
                    <a:pt x="5418667" y="0"/>
                  </a:cubicBezTo>
                  <a:lnTo>
                    <a:pt x="5418667" y="0"/>
                  </a:lnTo>
                  <a:cubicBezTo>
                    <a:pt x="5044581" y="0"/>
                    <a:pt x="4741334" y="301773"/>
                    <a:pt x="4741334" y="674029"/>
                  </a:cubicBezTo>
                  <a:lnTo>
                    <a:pt x="4741334" y="674029"/>
                  </a:lnTo>
                  <a:cubicBezTo>
                    <a:pt x="4741334" y="1046281"/>
                    <a:pt x="4438076" y="1348059"/>
                    <a:pt x="4064000" y="1348059"/>
                  </a:cubicBezTo>
                  <a:lnTo>
                    <a:pt x="4064000" y="1348059"/>
                  </a:lnTo>
                  <a:cubicBezTo>
                    <a:pt x="3689924" y="1348059"/>
                    <a:pt x="3386667" y="1046281"/>
                    <a:pt x="3386667" y="674029"/>
                  </a:cubicBezTo>
                  <a:lnTo>
                    <a:pt x="3386667" y="674029"/>
                  </a:lnTo>
                  <a:cubicBezTo>
                    <a:pt x="3386667" y="301773"/>
                    <a:pt x="3083410" y="0"/>
                    <a:pt x="2709333" y="0"/>
                  </a:cubicBezTo>
                  <a:lnTo>
                    <a:pt x="2709333" y="0"/>
                  </a:lnTo>
                  <a:cubicBezTo>
                    <a:pt x="2335257" y="0"/>
                    <a:pt x="2032000" y="301773"/>
                    <a:pt x="2032000" y="674029"/>
                  </a:cubicBezTo>
                  <a:lnTo>
                    <a:pt x="2032000" y="674029"/>
                  </a:lnTo>
                  <a:cubicBezTo>
                    <a:pt x="2032000" y="1046281"/>
                    <a:pt x="1728743" y="1348059"/>
                    <a:pt x="1354667" y="1348059"/>
                  </a:cubicBezTo>
                  <a:lnTo>
                    <a:pt x="0" y="1348059"/>
                  </a:lnTo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dash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Vazir" panose="020B0603030804020204" pitchFamily="34" charset="-78"/>
                <a:ea typeface="Calibri"/>
                <a:cs typeface="Vazir" panose="020B0603030804020204" pitchFamily="34" charset="-78"/>
                <a:sym typeface="Calibri"/>
              </a:endParaRPr>
            </a:p>
          </p:txBody>
        </p:sp>
      </p:grpSp>
      <p:sp>
        <p:nvSpPr>
          <p:cNvPr id="122" name="Google Shape;616;p39">
            <a:extLst>
              <a:ext uri="{FF2B5EF4-FFF2-40B4-BE49-F238E27FC236}">
                <a16:creationId xmlns:a16="http://schemas.microsoft.com/office/drawing/2014/main" id="{F29FF600-2F87-4B4C-95EA-EF55460CBCEA}"/>
              </a:ext>
            </a:extLst>
          </p:cNvPr>
          <p:cNvSpPr txBox="1"/>
          <p:nvPr/>
        </p:nvSpPr>
        <p:spPr>
          <a:xfrm>
            <a:off x="8372054" y="2255511"/>
            <a:ext cx="727517" cy="194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900" dirty="0">
                <a:solidFill>
                  <a:schemeClr val="dk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rPr>
              <a:t>روش پیشنهادی</a:t>
            </a:r>
            <a:endParaRPr sz="900" dirty="0">
              <a:solidFill>
                <a:schemeClr val="dk1"/>
              </a:solidFill>
              <a:latin typeface="Vazir" panose="020B0603030804020204" pitchFamily="34" charset="-78"/>
              <a:ea typeface="Catamaran"/>
              <a:cs typeface="Vazir" panose="020B0603030804020204" pitchFamily="34" charset="-78"/>
              <a:sym typeface="Catamaran"/>
            </a:endParaRPr>
          </a:p>
        </p:txBody>
      </p: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A2931612-A263-42C4-9F74-FD8FD8FE4783}"/>
              </a:ext>
            </a:extLst>
          </p:cNvPr>
          <p:cNvGrpSpPr/>
          <p:nvPr/>
        </p:nvGrpSpPr>
        <p:grpSpPr>
          <a:xfrm>
            <a:off x="6958941" y="1229022"/>
            <a:ext cx="334744" cy="334744"/>
            <a:chOff x="5858533" y="3371391"/>
            <a:chExt cx="334744" cy="334744"/>
          </a:xfrm>
        </p:grpSpPr>
        <p:sp>
          <p:nvSpPr>
            <p:cNvPr id="161" name="Google Shape;606;p39">
              <a:extLst>
                <a:ext uri="{FF2B5EF4-FFF2-40B4-BE49-F238E27FC236}">
                  <a16:creationId xmlns:a16="http://schemas.microsoft.com/office/drawing/2014/main" id="{9A8714E9-F157-4C6C-8C36-CF5D87D403B3}"/>
                </a:ext>
              </a:extLst>
            </p:cNvPr>
            <p:cNvSpPr/>
            <p:nvPr/>
          </p:nvSpPr>
          <p:spPr>
            <a:xfrm rot="2637262">
              <a:off x="5858533" y="3371391"/>
              <a:ext cx="334744" cy="334744"/>
            </a:xfrm>
            <a:prstGeom prst="teardrop">
              <a:avLst>
                <a:gd name="adj" fmla="val 95976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  <p:sp>
          <p:nvSpPr>
            <p:cNvPr id="162" name="Google Shape;607;p39">
              <a:extLst>
                <a:ext uri="{FF2B5EF4-FFF2-40B4-BE49-F238E27FC236}">
                  <a16:creationId xmlns:a16="http://schemas.microsoft.com/office/drawing/2014/main" id="{7BBF0579-51AE-48EA-A3E0-5FBFDD196F32}"/>
                </a:ext>
              </a:extLst>
            </p:cNvPr>
            <p:cNvSpPr/>
            <p:nvPr/>
          </p:nvSpPr>
          <p:spPr>
            <a:xfrm flipH="1">
              <a:off x="5958855" y="3478265"/>
              <a:ext cx="134100" cy="13409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a-IR" sz="800" dirty="0">
                  <a:solidFill>
                    <a:schemeClr val="dk1"/>
                  </a:solidFill>
                  <a:latin typeface="Vazir FD-WOL" panose="020B0603030804020204" pitchFamily="34" charset="-78"/>
                  <a:ea typeface="Catamaran"/>
                  <a:cs typeface="Vazir FD-WOL" panose="020B0603030804020204" pitchFamily="34" charset="-78"/>
                  <a:sym typeface="Catamaran"/>
                </a:rPr>
                <a:t>2</a:t>
              </a:r>
              <a:endParaRPr sz="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F607B433-AF5E-4FE8-A066-3EDBF6E125E8}"/>
              </a:ext>
            </a:extLst>
          </p:cNvPr>
          <p:cNvGrpSpPr/>
          <p:nvPr/>
        </p:nvGrpSpPr>
        <p:grpSpPr>
          <a:xfrm>
            <a:off x="8616854" y="1901496"/>
            <a:ext cx="334744" cy="334744"/>
            <a:chOff x="5858533" y="3371391"/>
            <a:chExt cx="334744" cy="334744"/>
          </a:xfrm>
        </p:grpSpPr>
        <p:sp>
          <p:nvSpPr>
            <p:cNvPr id="170" name="Google Shape;606;p39">
              <a:extLst>
                <a:ext uri="{FF2B5EF4-FFF2-40B4-BE49-F238E27FC236}">
                  <a16:creationId xmlns:a16="http://schemas.microsoft.com/office/drawing/2014/main" id="{D23848B0-940E-4BA6-9198-E37E59821155}"/>
                </a:ext>
              </a:extLst>
            </p:cNvPr>
            <p:cNvSpPr/>
            <p:nvPr/>
          </p:nvSpPr>
          <p:spPr>
            <a:xfrm rot="13248051">
              <a:off x="5858533" y="3371391"/>
              <a:ext cx="334744" cy="334744"/>
            </a:xfrm>
            <a:prstGeom prst="teardrop">
              <a:avLst>
                <a:gd name="adj" fmla="val 95976"/>
              </a:avLst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  <p:sp>
          <p:nvSpPr>
            <p:cNvPr id="171" name="Google Shape;607;p39">
              <a:extLst>
                <a:ext uri="{FF2B5EF4-FFF2-40B4-BE49-F238E27FC236}">
                  <a16:creationId xmlns:a16="http://schemas.microsoft.com/office/drawing/2014/main" id="{3161D906-0AB7-4435-B6E0-65FA3088814F}"/>
                </a:ext>
              </a:extLst>
            </p:cNvPr>
            <p:cNvSpPr/>
            <p:nvPr/>
          </p:nvSpPr>
          <p:spPr>
            <a:xfrm flipH="1">
              <a:off x="5958855" y="3478265"/>
              <a:ext cx="134100" cy="13409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a-IR" sz="800" dirty="0">
                  <a:solidFill>
                    <a:schemeClr val="dk1"/>
                  </a:solidFill>
                  <a:latin typeface="Vazir FD-WOL" panose="020B0603030804020204" pitchFamily="34" charset="-78"/>
                  <a:ea typeface="Catamaran"/>
                  <a:cs typeface="Vazir FD-WOL" panose="020B0603030804020204" pitchFamily="34" charset="-78"/>
                  <a:sym typeface="Catamaran"/>
                </a:rPr>
                <a:t>3</a:t>
              </a:r>
              <a:endParaRPr sz="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</p:grp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85FB2DA9-9820-4E5E-A3C0-913754982C04}"/>
              </a:ext>
            </a:extLst>
          </p:cNvPr>
          <p:cNvGrpSpPr/>
          <p:nvPr/>
        </p:nvGrpSpPr>
        <p:grpSpPr>
          <a:xfrm>
            <a:off x="8619860" y="488928"/>
            <a:ext cx="334744" cy="334744"/>
            <a:chOff x="5858533" y="3371391"/>
            <a:chExt cx="334744" cy="334744"/>
          </a:xfrm>
        </p:grpSpPr>
        <p:sp>
          <p:nvSpPr>
            <p:cNvPr id="176" name="Google Shape;606;p39">
              <a:extLst>
                <a:ext uri="{FF2B5EF4-FFF2-40B4-BE49-F238E27FC236}">
                  <a16:creationId xmlns:a16="http://schemas.microsoft.com/office/drawing/2014/main" id="{BFA6331C-330F-4A0C-8BEC-20A79F762588}"/>
                </a:ext>
              </a:extLst>
            </p:cNvPr>
            <p:cNvSpPr/>
            <p:nvPr/>
          </p:nvSpPr>
          <p:spPr>
            <a:xfrm rot="13248051">
              <a:off x="5858533" y="3371391"/>
              <a:ext cx="334744" cy="334744"/>
            </a:xfrm>
            <a:prstGeom prst="teardrop">
              <a:avLst>
                <a:gd name="adj" fmla="val 95976"/>
              </a:avLst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  <p:sp>
          <p:nvSpPr>
            <p:cNvPr id="177" name="Google Shape;607;p39">
              <a:extLst>
                <a:ext uri="{FF2B5EF4-FFF2-40B4-BE49-F238E27FC236}">
                  <a16:creationId xmlns:a16="http://schemas.microsoft.com/office/drawing/2014/main" id="{9F67978A-2AB8-458F-BBAE-796DDE89B0BF}"/>
                </a:ext>
              </a:extLst>
            </p:cNvPr>
            <p:cNvSpPr/>
            <p:nvPr/>
          </p:nvSpPr>
          <p:spPr>
            <a:xfrm flipH="1">
              <a:off x="5958855" y="3478265"/>
              <a:ext cx="134100" cy="13409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a-IR" sz="800" dirty="0">
                  <a:solidFill>
                    <a:schemeClr val="dk1"/>
                  </a:solidFill>
                  <a:latin typeface="Vazir FD-WOL" panose="020B0603030804020204" pitchFamily="34" charset="-78"/>
                  <a:ea typeface="Catamaran"/>
                  <a:cs typeface="Vazir FD-WOL" panose="020B0603030804020204" pitchFamily="34" charset="-78"/>
                  <a:sym typeface="Catamaran"/>
                </a:rPr>
                <a:t>1</a:t>
              </a:r>
              <a:endParaRPr sz="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</p:grp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705762E8-5DA5-46C0-B527-8EB0E2381A3A}"/>
              </a:ext>
            </a:extLst>
          </p:cNvPr>
          <p:cNvGrpSpPr/>
          <p:nvPr/>
        </p:nvGrpSpPr>
        <p:grpSpPr>
          <a:xfrm>
            <a:off x="8613156" y="3244845"/>
            <a:ext cx="334744" cy="334744"/>
            <a:chOff x="5858533" y="3371391"/>
            <a:chExt cx="334744" cy="334744"/>
          </a:xfrm>
        </p:grpSpPr>
        <p:sp>
          <p:nvSpPr>
            <p:cNvPr id="179" name="Google Shape;606;p39">
              <a:extLst>
                <a:ext uri="{FF2B5EF4-FFF2-40B4-BE49-F238E27FC236}">
                  <a16:creationId xmlns:a16="http://schemas.microsoft.com/office/drawing/2014/main" id="{1C268A1C-94D1-45A0-8AAB-024E02FECA32}"/>
                </a:ext>
              </a:extLst>
            </p:cNvPr>
            <p:cNvSpPr/>
            <p:nvPr/>
          </p:nvSpPr>
          <p:spPr>
            <a:xfrm rot="13248051">
              <a:off x="5858533" y="3371391"/>
              <a:ext cx="334744" cy="334744"/>
            </a:xfrm>
            <a:prstGeom prst="teardrop">
              <a:avLst>
                <a:gd name="adj" fmla="val 95976"/>
              </a:avLst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  <p:sp>
          <p:nvSpPr>
            <p:cNvPr id="180" name="Google Shape;607;p39">
              <a:extLst>
                <a:ext uri="{FF2B5EF4-FFF2-40B4-BE49-F238E27FC236}">
                  <a16:creationId xmlns:a16="http://schemas.microsoft.com/office/drawing/2014/main" id="{40FDC796-3573-41A2-8118-388C2B9B2C51}"/>
                </a:ext>
              </a:extLst>
            </p:cNvPr>
            <p:cNvSpPr/>
            <p:nvPr/>
          </p:nvSpPr>
          <p:spPr>
            <a:xfrm flipH="1">
              <a:off x="5958855" y="3478265"/>
              <a:ext cx="134100" cy="13409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a-IR" sz="800" dirty="0">
                  <a:solidFill>
                    <a:schemeClr val="dk1"/>
                  </a:solidFill>
                  <a:latin typeface="Vazir FD-WOL" panose="020B0603030804020204" pitchFamily="34" charset="-78"/>
                  <a:ea typeface="Catamaran"/>
                  <a:cs typeface="Vazir FD-WOL" panose="020B0603030804020204" pitchFamily="34" charset="-78"/>
                  <a:sym typeface="Catamaran"/>
                </a:rPr>
                <a:t>5</a:t>
              </a:r>
              <a:endParaRPr sz="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</p:grpSp>
      <p:grpSp>
        <p:nvGrpSpPr>
          <p:cNvPr id="181" name="Group 180">
            <a:extLst>
              <a:ext uri="{FF2B5EF4-FFF2-40B4-BE49-F238E27FC236}">
                <a16:creationId xmlns:a16="http://schemas.microsoft.com/office/drawing/2014/main" id="{380C664D-E262-42DF-9AF4-C6DA7AD3878D}"/>
              </a:ext>
            </a:extLst>
          </p:cNvPr>
          <p:cNvGrpSpPr/>
          <p:nvPr/>
        </p:nvGrpSpPr>
        <p:grpSpPr>
          <a:xfrm>
            <a:off x="6958941" y="2571750"/>
            <a:ext cx="334744" cy="334744"/>
            <a:chOff x="5858533" y="3371391"/>
            <a:chExt cx="334744" cy="334744"/>
          </a:xfrm>
        </p:grpSpPr>
        <p:sp>
          <p:nvSpPr>
            <p:cNvPr id="182" name="Google Shape;606;p39">
              <a:extLst>
                <a:ext uri="{FF2B5EF4-FFF2-40B4-BE49-F238E27FC236}">
                  <a16:creationId xmlns:a16="http://schemas.microsoft.com/office/drawing/2014/main" id="{8D4DD1D8-DC73-417E-87FD-1AAB18F94AA8}"/>
                </a:ext>
              </a:extLst>
            </p:cNvPr>
            <p:cNvSpPr/>
            <p:nvPr/>
          </p:nvSpPr>
          <p:spPr>
            <a:xfrm rot="2637262">
              <a:off x="5858533" y="3371391"/>
              <a:ext cx="334744" cy="334744"/>
            </a:xfrm>
            <a:prstGeom prst="teardrop">
              <a:avLst>
                <a:gd name="adj" fmla="val 95976"/>
              </a:avLst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  <p:sp>
          <p:nvSpPr>
            <p:cNvPr id="183" name="Google Shape;607;p39">
              <a:extLst>
                <a:ext uri="{FF2B5EF4-FFF2-40B4-BE49-F238E27FC236}">
                  <a16:creationId xmlns:a16="http://schemas.microsoft.com/office/drawing/2014/main" id="{39033152-8FC9-4C4E-854F-CEF81B77D2D2}"/>
                </a:ext>
              </a:extLst>
            </p:cNvPr>
            <p:cNvSpPr/>
            <p:nvPr/>
          </p:nvSpPr>
          <p:spPr>
            <a:xfrm flipH="1">
              <a:off x="5958855" y="3478265"/>
              <a:ext cx="134100" cy="13409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a-IR" sz="800" dirty="0">
                  <a:solidFill>
                    <a:schemeClr val="dk1"/>
                  </a:solidFill>
                  <a:latin typeface="Vazir FD-WOL" panose="020B0603030804020204" pitchFamily="34" charset="-78"/>
                  <a:ea typeface="Catamaran"/>
                  <a:cs typeface="Vazir FD-WOL" panose="020B0603030804020204" pitchFamily="34" charset="-78"/>
                  <a:sym typeface="Catamaran"/>
                </a:rPr>
                <a:t>4</a:t>
              </a:r>
              <a:endParaRPr sz="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</p:grp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E845D49F-CFC4-4A8D-843F-F2B2EE601941}"/>
              </a:ext>
            </a:extLst>
          </p:cNvPr>
          <p:cNvGrpSpPr/>
          <p:nvPr/>
        </p:nvGrpSpPr>
        <p:grpSpPr>
          <a:xfrm>
            <a:off x="6958941" y="3958304"/>
            <a:ext cx="334744" cy="334744"/>
            <a:chOff x="5858533" y="3371391"/>
            <a:chExt cx="334744" cy="334744"/>
          </a:xfrm>
        </p:grpSpPr>
        <p:sp>
          <p:nvSpPr>
            <p:cNvPr id="185" name="Google Shape;606;p39">
              <a:extLst>
                <a:ext uri="{FF2B5EF4-FFF2-40B4-BE49-F238E27FC236}">
                  <a16:creationId xmlns:a16="http://schemas.microsoft.com/office/drawing/2014/main" id="{E0339356-B776-4ADB-BB33-A8E458CBF95F}"/>
                </a:ext>
              </a:extLst>
            </p:cNvPr>
            <p:cNvSpPr/>
            <p:nvPr/>
          </p:nvSpPr>
          <p:spPr>
            <a:xfrm rot="2637262">
              <a:off x="5858533" y="3371391"/>
              <a:ext cx="334744" cy="334744"/>
            </a:xfrm>
            <a:prstGeom prst="teardrop">
              <a:avLst>
                <a:gd name="adj" fmla="val 95976"/>
              </a:avLst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  <p:sp>
          <p:nvSpPr>
            <p:cNvPr id="186" name="Google Shape;607;p39">
              <a:extLst>
                <a:ext uri="{FF2B5EF4-FFF2-40B4-BE49-F238E27FC236}">
                  <a16:creationId xmlns:a16="http://schemas.microsoft.com/office/drawing/2014/main" id="{2B15C32B-08E3-4776-9818-46FF5A149C67}"/>
                </a:ext>
              </a:extLst>
            </p:cNvPr>
            <p:cNvSpPr/>
            <p:nvPr/>
          </p:nvSpPr>
          <p:spPr>
            <a:xfrm flipH="1">
              <a:off x="5958855" y="3478265"/>
              <a:ext cx="134100" cy="13409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a-IR" sz="800" dirty="0">
                  <a:solidFill>
                    <a:schemeClr val="dk1"/>
                  </a:solidFill>
                  <a:latin typeface="Vazir FD-WOL" panose="020B0603030804020204" pitchFamily="34" charset="-78"/>
                  <a:ea typeface="Catamaran"/>
                  <a:cs typeface="Vazir FD-WOL" panose="020B0603030804020204" pitchFamily="34" charset="-78"/>
                  <a:sym typeface="Catamaran"/>
                </a:rPr>
                <a:t>6</a:t>
              </a:r>
              <a:endParaRPr sz="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</p:grpSp>
      <p:sp>
        <p:nvSpPr>
          <p:cNvPr id="187" name="Google Shape;616;p39">
            <a:extLst>
              <a:ext uri="{FF2B5EF4-FFF2-40B4-BE49-F238E27FC236}">
                <a16:creationId xmlns:a16="http://schemas.microsoft.com/office/drawing/2014/main" id="{C328D034-AE93-43FA-BFFB-D797D269CA48}"/>
              </a:ext>
            </a:extLst>
          </p:cNvPr>
          <p:cNvSpPr txBox="1"/>
          <p:nvPr/>
        </p:nvSpPr>
        <p:spPr>
          <a:xfrm>
            <a:off x="8418152" y="777961"/>
            <a:ext cx="623993" cy="35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900" dirty="0">
                <a:solidFill>
                  <a:schemeClr val="dk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rPr>
              <a:t>مقدمه و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900" dirty="0">
                <a:solidFill>
                  <a:schemeClr val="dk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rPr>
              <a:t>بیان مسئله</a:t>
            </a:r>
            <a:endParaRPr sz="900" dirty="0">
              <a:solidFill>
                <a:schemeClr val="dk1"/>
              </a:solidFill>
              <a:latin typeface="Vazir" panose="020B0603030804020204" pitchFamily="34" charset="-78"/>
              <a:ea typeface="Catamaran"/>
              <a:cs typeface="Vazir" panose="020B0603030804020204" pitchFamily="34" charset="-78"/>
              <a:sym typeface="Catamaran"/>
            </a:endParaRPr>
          </a:p>
        </p:txBody>
      </p:sp>
      <p:sp>
        <p:nvSpPr>
          <p:cNvPr id="188" name="Google Shape;616;p39">
            <a:extLst>
              <a:ext uri="{FF2B5EF4-FFF2-40B4-BE49-F238E27FC236}">
                <a16:creationId xmlns:a16="http://schemas.microsoft.com/office/drawing/2014/main" id="{D43DA39D-0842-40F5-8CC7-6A6E67896929}"/>
              </a:ext>
            </a:extLst>
          </p:cNvPr>
          <p:cNvSpPr txBox="1"/>
          <p:nvPr/>
        </p:nvSpPr>
        <p:spPr>
          <a:xfrm>
            <a:off x="6803098" y="1633055"/>
            <a:ext cx="635502" cy="134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900" dirty="0">
                <a:solidFill>
                  <a:schemeClr val="dk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rPr>
              <a:t>مفاهیم</a:t>
            </a:r>
            <a:endParaRPr sz="900" dirty="0">
              <a:solidFill>
                <a:schemeClr val="dk1"/>
              </a:solidFill>
              <a:latin typeface="Vazir" panose="020B0603030804020204" pitchFamily="34" charset="-78"/>
              <a:ea typeface="Catamaran"/>
              <a:cs typeface="Vazir" panose="020B0603030804020204" pitchFamily="34" charset="-78"/>
              <a:sym typeface="Catamaran"/>
            </a:endParaRPr>
          </a:p>
        </p:txBody>
      </p:sp>
      <p:sp>
        <p:nvSpPr>
          <p:cNvPr id="189" name="Google Shape;616;p39">
            <a:extLst>
              <a:ext uri="{FF2B5EF4-FFF2-40B4-BE49-F238E27FC236}">
                <a16:creationId xmlns:a16="http://schemas.microsoft.com/office/drawing/2014/main" id="{65E30DE2-FAF6-45DC-973F-655CF47BC284}"/>
              </a:ext>
            </a:extLst>
          </p:cNvPr>
          <p:cNvSpPr txBox="1"/>
          <p:nvPr/>
        </p:nvSpPr>
        <p:spPr>
          <a:xfrm>
            <a:off x="8372053" y="3698163"/>
            <a:ext cx="727517" cy="194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900" dirty="0">
                <a:solidFill>
                  <a:schemeClr val="dk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rPr>
              <a:t>جمع‌بندی و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900" dirty="0">
                <a:solidFill>
                  <a:schemeClr val="dk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rPr>
              <a:t>پیشنهادات</a:t>
            </a:r>
          </a:p>
        </p:txBody>
      </p:sp>
      <p:sp>
        <p:nvSpPr>
          <p:cNvPr id="190" name="Google Shape;616;p39">
            <a:extLst>
              <a:ext uri="{FF2B5EF4-FFF2-40B4-BE49-F238E27FC236}">
                <a16:creationId xmlns:a16="http://schemas.microsoft.com/office/drawing/2014/main" id="{F6A7202D-3D79-4933-90E6-90207491F687}"/>
              </a:ext>
            </a:extLst>
          </p:cNvPr>
          <p:cNvSpPr txBox="1"/>
          <p:nvPr/>
        </p:nvSpPr>
        <p:spPr>
          <a:xfrm>
            <a:off x="6757091" y="2903363"/>
            <a:ext cx="727517" cy="194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900" dirty="0">
                <a:solidFill>
                  <a:schemeClr val="dk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rPr>
              <a:t>نتایج</a:t>
            </a:r>
            <a:endParaRPr sz="900" dirty="0">
              <a:solidFill>
                <a:schemeClr val="dk1"/>
              </a:solidFill>
              <a:latin typeface="Vazir" panose="020B0603030804020204" pitchFamily="34" charset="-78"/>
              <a:ea typeface="Catamaran"/>
              <a:cs typeface="Vazir" panose="020B0603030804020204" pitchFamily="34" charset="-78"/>
              <a:sym typeface="Catamaran"/>
            </a:endParaRPr>
          </a:p>
        </p:txBody>
      </p:sp>
      <p:sp>
        <p:nvSpPr>
          <p:cNvPr id="191" name="Google Shape;616;p39">
            <a:extLst>
              <a:ext uri="{FF2B5EF4-FFF2-40B4-BE49-F238E27FC236}">
                <a16:creationId xmlns:a16="http://schemas.microsoft.com/office/drawing/2014/main" id="{5772928D-7B6B-4F34-99FE-3F6CF6BE10FB}"/>
              </a:ext>
            </a:extLst>
          </p:cNvPr>
          <p:cNvSpPr txBox="1"/>
          <p:nvPr/>
        </p:nvSpPr>
        <p:spPr>
          <a:xfrm>
            <a:off x="6803098" y="4427975"/>
            <a:ext cx="727517" cy="194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900" dirty="0">
                <a:solidFill>
                  <a:schemeClr val="dk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rPr>
              <a:t>پاسخگویی به سؤالات</a:t>
            </a:r>
            <a:endParaRPr sz="900" dirty="0">
              <a:solidFill>
                <a:schemeClr val="dk1"/>
              </a:solidFill>
              <a:latin typeface="Vazir" panose="020B0603030804020204" pitchFamily="34" charset="-78"/>
              <a:ea typeface="Catamaran"/>
              <a:cs typeface="Vazir" panose="020B0603030804020204" pitchFamily="34" charset="-78"/>
              <a:sym typeface="Catamaran"/>
            </a:endParaRPr>
          </a:p>
        </p:txBody>
      </p:sp>
      <p:sp>
        <p:nvSpPr>
          <p:cNvPr id="192" name="Google Shape;120;p7">
            <a:extLst>
              <a:ext uri="{FF2B5EF4-FFF2-40B4-BE49-F238E27FC236}">
                <a16:creationId xmlns:a16="http://schemas.microsoft.com/office/drawing/2014/main" id="{4A7A9DB2-86BD-43FB-B38F-A71CB541AAC1}"/>
              </a:ext>
            </a:extLst>
          </p:cNvPr>
          <p:cNvSpPr txBox="1">
            <a:spLocks/>
          </p:cNvSpPr>
          <p:nvPr/>
        </p:nvSpPr>
        <p:spPr>
          <a:xfrm>
            <a:off x="114716" y="656300"/>
            <a:ext cx="1199437" cy="39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3970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00" b="0" i="0" u="none" strike="noStrike" cap="none">
                <a:solidFill>
                  <a:schemeClr val="tx1">
                    <a:lumMod val="90000"/>
                    <a:lumOff val="10000"/>
                  </a:schemeClr>
                </a:solidFill>
                <a:latin typeface="Vazir" panose="020B0603030804020204" pitchFamily="34" charset="-78"/>
                <a:ea typeface="Arial"/>
                <a:cs typeface="Vazir" panose="020B0603030804020204" pitchFamily="34" charset="-78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⬡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⬡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a-IR" dirty="0"/>
              <a:t>دانشگاه اصفهان</a:t>
            </a:r>
          </a:p>
          <a:p>
            <a:r>
              <a:rPr lang="fa-IR" dirty="0"/>
              <a:t>دانشکده مهندسی کامپیوتر</a:t>
            </a:r>
          </a:p>
          <a:p>
            <a:r>
              <a:rPr lang="fa-IR" dirty="0"/>
              <a:t>گروه مهندسی فناوری اطلاعات</a:t>
            </a:r>
          </a:p>
        </p:txBody>
      </p:sp>
      <p:sp>
        <p:nvSpPr>
          <p:cNvPr id="193" name="Google Shape;239;p17">
            <a:extLst>
              <a:ext uri="{FF2B5EF4-FFF2-40B4-BE49-F238E27FC236}">
                <a16:creationId xmlns:a16="http://schemas.microsoft.com/office/drawing/2014/main" id="{433169B9-33CE-4384-97B2-534E57CAFC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4533" y="366505"/>
            <a:ext cx="6010500" cy="39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2200" dirty="0">
                <a:latin typeface="Vazir" panose="020B0603030804020204" pitchFamily="34" charset="-78"/>
                <a:cs typeface="Vazir" panose="020B0603030804020204" pitchFamily="34" charset="-78"/>
              </a:rPr>
              <a:t>کووید-</a:t>
            </a:r>
            <a:r>
              <a:rPr lang="en-US" sz="2200" dirty="0"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lang="en-US" sz="2200" dirty="0">
                <a:latin typeface="Vazir FD-WOL" panose="020B0603030804020204" pitchFamily="34" charset="-78"/>
                <a:cs typeface="Vazir FD-WOL" panose="020B0603030804020204" pitchFamily="34" charset="-78"/>
              </a:rPr>
              <a:t>19</a:t>
            </a:r>
            <a:r>
              <a:rPr lang="fa-IR" sz="2200" dirty="0">
                <a:latin typeface="Vazir FD-WOL" panose="020B0603030804020204" pitchFamily="34" charset="-78"/>
                <a:cs typeface="Vazir FD-WOL" panose="020B0603030804020204" pitchFamily="34" charset="-78"/>
              </a:rPr>
              <a:t> </a:t>
            </a:r>
            <a:r>
              <a:rPr lang="fa-IR" sz="2200" dirty="0">
                <a:latin typeface="Vazir" panose="020B0603030804020204" pitchFamily="34" charset="-78"/>
                <a:cs typeface="Vazir" panose="020B0603030804020204" pitchFamily="34" charset="-78"/>
              </a:rPr>
              <a:t>(</a:t>
            </a:r>
            <a:r>
              <a:rPr lang="en-US" sz="2200" dirty="0">
                <a:latin typeface="Vazir" panose="020B0603030804020204" pitchFamily="34" charset="-78"/>
                <a:cs typeface="Vazir" panose="020B0603030804020204" pitchFamily="34" charset="-78"/>
              </a:rPr>
              <a:t>SARS-CoV-2</a:t>
            </a:r>
            <a:r>
              <a:rPr lang="fa-IR" sz="2200" dirty="0">
                <a:latin typeface="Vazir" panose="020B0603030804020204" pitchFamily="34" charset="-78"/>
                <a:cs typeface="Vazir" panose="020B0603030804020204" pitchFamily="34" charset="-78"/>
              </a:rPr>
              <a:t>)</a:t>
            </a:r>
            <a:endParaRPr sz="2200" dirty="0">
              <a:latin typeface="Vazir" panose="020B0603030804020204" pitchFamily="34" charset="-78"/>
              <a:cs typeface="Vazir" panose="020B0603030804020204" pitchFamily="34" charset="-78"/>
            </a:endParaRPr>
          </a:p>
        </p:txBody>
      </p:sp>
      <p:sp>
        <p:nvSpPr>
          <p:cNvPr id="217" name="Google Shape;125;p8">
            <a:extLst>
              <a:ext uri="{FF2B5EF4-FFF2-40B4-BE49-F238E27FC236}">
                <a16:creationId xmlns:a16="http://schemas.microsoft.com/office/drawing/2014/main" id="{1C9D5385-CA31-4C5C-BA9E-4B4243D6E0D2}"/>
              </a:ext>
            </a:extLst>
          </p:cNvPr>
          <p:cNvSpPr/>
          <p:nvPr/>
        </p:nvSpPr>
        <p:spPr>
          <a:xfrm>
            <a:off x="8574184" y="4822960"/>
            <a:ext cx="525386" cy="271414"/>
          </a:xfrm>
          <a:custGeom>
            <a:avLst/>
            <a:gdLst/>
            <a:ahLst/>
            <a:cxnLst/>
            <a:rect l="l" t="t" r="r" b="b"/>
            <a:pathLst>
              <a:path w="21598" h="21315" extrusionOk="0">
                <a:moveTo>
                  <a:pt x="21599" y="14389"/>
                </a:moveTo>
                <a:lnTo>
                  <a:pt x="21599" y="6924"/>
                </a:lnTo>
                <a:cubicBezTo>
                  <a:pt x="21599" y="5784"/>
                  <a:pt x="20918" y="4730"/>
                  <a:pt x="19814" y="4161"/>
                </a:cubicBezTo>
                <a:lnTo>
                  <a:pt x="12583" y="428"/>
                </a:lnTo>
                <a:cubicBezTo>
                  <a:pt x="11478" y="-142"/>
                  <a:pt x="10118" y="-142"/>
                  <a:pt x="9013" y="428"/>
                </a:cubicBezTo>
                <a:lnTo>
                  <a:pt x="1783" y="4161"/>
                </a:lnTo>
                <a:cubicBezTo>
                  <a:pt x="679" y="4731"/>
                  <a:pt x="0" y="5784"/>
                  <a:pt x="0" y="6924"/>
                </a:cubicBezTo>
                <a:lnTo>
                  <a:pt x="0" y="14392"/>
                </a:lnTo>
                <a:cubicBezTo>
                  <a:pt x="1" y="15532"/>
                  <a:pt x="681" y="16585"/>
                  <a:pt x="1785" y="17155"/>
                </a:cubicBezTo>
                <a:lnTo>
                  <a:pt x="9016" y="20888"/>
                </a:lnTo>
                <a:cubicBezTo>
                  <a:pt x="10120" y="21458"/>
                  <a:pt x="11481" y="21458"/>
                  <a:pt x="12585" y="20888"/>
                </a:cubicBezTo>
                <a:lnTo>
                  <a:pt x="19816" y="17155"/>
                </a:lnTo>
                <a:cubicBezTo>
                  <a:pt x="20920" y="16584"/>
                  <a:pt x="21600" y="15530"/>
                  <a:pt x="21599" y="14389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fa-IR" sz="1000" i="0" u="none" strike="noStrike" cap="none" dirty="0">
                <a:solidFill>
                  <a:schemeClr val="bg1"/>
                </a:solidFill>
                <a:latin typeface="Vazir FD-WOL" panose="020B0603030804020204" pitchFamily="34" charset="-78"/>
                <a:cs typeface="Vazir FD-WOL" panose="020B0603030804020204" pitchFamily="34" charset="-78"/>
              </a:rPr>
              <a:t>6</a:t>
            </a:r>
            <a:r>
              <a:rPr lang="fa-IR" sz="1000" i="0" u="none" strike="noStrike" cap="none" dirty="0">
                <a:solidFill>
                  <a:schemeClr val="bg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از </a:t>
            </a:r>
            <a:r>
              <a:rPr lang="fa-IR" sz="1000" i="0" u="none" strike="noStrike" cap="none" dirty="0">
                <a:solidFill>
                  <a:schemeClr val="bg1"/>
                </a:solidFill>
                <a:latin typeface="Vazir FD-WOL" panose="020B0603030804020204" pitchFamily="34" charset="-78"/>
                <a:cs typeface="Vazir FD-WOL" panose="020B0603030804020204" pitchFamily="34" charset="-78"/>
              </a:rPr>
              <a:t>19</a:t>
            </a:r>
            <a:endParaRPr sz="1000" i="0" u="none" strike="noStrike" cap="none" dirty="0">
              <a:solidFill>
                <a:schemeClr val="bg1"/>
              </a:solidFill>
              <a:latin typeface="Vazir FD-WOL" panose="020B0603030804020204" pitchFamily="34" charset="-78"/>
              <a:cs typeface="Vazir FD-WOL" panose="020B0603030804020204" pitchFamily="34" charset="-78"/>
            </a:endParaRPr>
          </a:p>
        </p:txBody>
      </p:sp>
      <p:sp>
        <p:nvSpPr>
          <p:cNvPr id="45" name="Google Shape;240;p17">
            <a:extLst>
              <a:ext uri="{FF2B5EF4-FFF2-40B4-BE49-F238E27FC236}">
                <a16:creationId xmlns:a16="http://schemas.microsoft.com/office/drawing/2014/main" id="{DE88E1D4-7C01-4EB0-825D-29B29B62F9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996" y="957272"/>
            <a:ext cx="6010500" cy="3473423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3020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⬢"/>
            </a:pPr>
            <a:r>
              <a:rPr lang="fa-IR" sz="1600" dirty="0">
                <a:solidFill>
                  <a:schemeClr val="tx1">
                    <a:lumMod val="90000"/>
                    <a:lumOff val="10000"/>
                  </a:schemeClr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پیدایش در اواخر سال </a:t>
            </a:r>
            <a:r>
              <a:rPr lang="fa-IR" sz="1600" dirty="0">
                <a:solidFill>
                  <a:schemeClr val="tx1">
                    <a:lumMod val="90000"/>
                    <a:lumOff val="10000"/>
                  </a:schemeClr>
                </a:solidFill>
                <a:latin typeface="Vazir FD-WOL" panose="020B0603030804020204" pitchFamily="34" charset="-78"/>
                <a:cs typeface="Vazir FD-WOL" panose="020B0603030804020204" pitchFamily="34" charset="-78"/>
              </a:rPr>
              <a:t>2019</a:t>
            </a:r>
          </a:p>
          <a:p>
            <a:pPr marL="457200" lvl="0" indent="-33020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⬢"/>
            </a:pPr>
            <a:r>
              <a:rPr lang="fa-IR" sz="1600" dirty="0">
                <a:solidFill>
                  <a:schemeClr val="tx1">
                    <a:lumMod val="90000"/>
                    <a:lumOff val="10000"/>
                  </a:schemeClr>
                </a:solidFill>
                <a:latin typeface="Vazir FD-WOL" panose="020B0603030804020204" pitchFamily="34" charset="-78"/>
                <a:cs typeface="Vazir FD-WOL" panose="020B0603030804020204" pitchFamily="34" charset="-78"/>
              </a:rPr>
              <a:t>انتقال از طریق استنشاق یا تماس با قطرات عفونی</a:t>
            </a:r>
          </a:p>
          <a:p>
            <a:pPr marL="457200" lvl="0" indent="-33020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⬢"/>
            </a:pPr>
            <a:r>
              <a:rPr lang="fa-IR" sz="1600" dirty="0">
                <a:solidFill>
                  <a:schemeClr val="tx1">
                    <a:lumMod val="90000"/>
                    <a:lumOff val="10000"/>
                  </a:schemeClr>
                </a:solidFill>
                <a:latin typeface="Vazir FD-WOL" panose="020B0603030804020204" pitchFamily="34" charset="-78"/>
                <a:cs typeface="Vazir FD-WOL" panose="020B0603030804020204" pitchFamily="34" charset="-78"/>
              </a:rPr>
              <a:t>دوره نهفتگی بین 2 </a:t>
            </a:r>
            <a:r>
              <a:rPr lang="fa-IR" sz="1600" dirty="0">
                <a:solidFill>
                  <a:schemeClr val="tx1">
                    <a:lumMod val="90000"/>
                    <a:lumOff val="10000"/>
                  </a:schemeClr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تا </a:t>
            </a:r>
            <a:r>
              <a:rPr lang="fa-IR" sz="1600" dirty="0">
                <a:solidFill>
                  <a:schemeClr val="tx1">
                    <a:lumMod val="90000"/>
                    <a:lumOff val="10000"/>
                  </a:schemeClr>
                </a:solidFill>
                <a:latin typeface="Vazir FD-WOL" panose="020B0603030804020204" pitchFamily="34" charset="-78"/>
                <a:cs typeface="Vazir FD-WOL" panose="020B0603030804020204" pitchFamily="34" charset="-78"/>
              </a:rPr>
              <a:t>14</a:t>
            </a:r>
            <a:r>
              <a:rPr lang="fa-IR" sz="1600" dirty="0">
                <a:solidFill>
                  <a:schemeClr val="tx1">
                    <a:lumMod val="90000"/>
                    <a:lumOff val="10000"/>
                  </a:schemeClr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روز</a:t>
            </a:r>
          </a:p>
          <a:p>
            <a:pPr marL="412750" indent="-285750" algn="r" rtl="1">
              <a:lnSpc>
                <a:spcPct val="150000"/>
              </a:lnSpc>
              <a:buSzPts val="1600"/>
            </a:pPr>
            <a:r>
              <a:rPr lang="fa-IR" sz="1600" dirty="0">
                <a:solidFill>
                  <a:schemeClr val="tx1">
                    <a:lumMod val="90000"/>
                    <a:lumOff val="10000"/>
                  </a:schemeClr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علائم بیماری:</a:t>
            </a:r>
          </a:p>
          <a:p>
            <a:pPr marL="1327150" lvl="2" indent="-285750" algn="r" rtl="1">
              <a:lnSpc>
                <a:spcPct val="100000"/>
              </a:lnSpc>
              <a:buSzPts val="1600"/>
            </a:pPr>
            <a:r>
              <a:rPr lang="fa-IR" sz="1400" dirty="0">
                <a:solidFill>
                  <a:schemeClr val="tx1">
                    <a:lumMod val="90000"/>
                    <a:lumOff val="10000"/>
                  </a:schemeClr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تب</a:t>
            </a:r>
          </a:p>
          <a:p>
            <a:pPr marL="1327150" lvl="2" indent="-285750" algn="r" rtl="1">
              <a:lnSpc>
                <a:spcPct val="100000"/>
              </a:lnSpc>
              <a:buSzPts val="1600"/>
            </a:pPr>
            <a:r>
              <a:rPr lang="fa-IR" sz="1400" dirty="0">
                <a:solidFill>
                  <a:schemeClr val="tx1">
                    <a:lumMod val="90000"/>
                    <a:lumOff val="10000"/>
                  </a:schemeClr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سرفه</a:t>
            </a:r>
          </a:p>
          <a:p>
            <a:pPr marL="1327150" lvl="2" indent="-285750" algn="r" rtl="1">
              <a:lnSpc>
                <a:spcPct val="100000"/>
              </a:lnSpc>
              <a:buSzPts val="1600"/>
            </a:pPr>
            <a:r>
              <a:rPr lang="fa-IR" sz="1400" dirty="0">
                <a:solidFill>
                  <a:schemeClr val="tx1">
                    <a:lumMod val="90000"/>
                    <a:lumOff val="10000"/>
                  </a:schemeClr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گلودرد</a:t>
            </a:r>
          </a:p>
          <a:p>
            <a:pPr marL="1327150" lvl="2" indent="-285750" algn="r" rtl="1">
              <a:lnSpc>
                <a:spcPct val="100000"/>
              </a:lnSpc>
              <a:buSzPts val="1600"/>
            </a:pPr>
            <a:r>
              <a:rPr lang="fa-IR" sz="1400" dirty="0">
                <a:solidFill>
                  <a:schemeClr val="tx1">
                    <a:lumMod val="90000"/>
                    <a:lumOff val="10000"/>
                  </a:schemeClr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تنگی نفس</a:t>
            </a:r>
          </a:p>
          <a:p>
            <a:pPr marL="1327150" lvl="2" indent="-285750" algn="r" rtl="1">
              <a:lnSpc>
                <a:spcPct val="100000"/>
              </a:lnSpc>
              <a:buSzPts val="1600"/>
            </a:pPr>
            <a:r>
              <a:rPr lang="fa-IR" sz="1400" dirty="0">
                <a:solidFill>
                  <a:schemeClr val="tx1">
                    <a:lumMod val="90000"/>
                    <a:lumOff val="10000"/>
                  </a:schemeClr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خستگی </a:t>
            </a:r>
          </a:p>
          <a:p>
            <a:pPr marL="1327150" lvl="2" indent="-285750" algn="r" rtl="1">
              <a:lnSpc>
                <a:spcPct val="100000"/>
              </a:lnSpc>
              <a:buSzPts val="1600"/>
            </a:pPr>
            <a:r>
              <a:rPr lang="fa-IR" sz="1400" dirty="0">
                <a:solidFill>
                  <a:schemeClr val="tx1">
                    <a:lumMod val="90000"/>
                    <a:lumOff val="10000"/>
                  </a:schemeClr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ضعف</a:t>
            </a:r>
          </a:p>
          <a:p>
            <a:pPr marL="869950" lvl="1" indent="-285750" algn="r" rtl="1">
              <a:buSzPts val="1600"/>
            </a:pPr>
            <a:endParaRPr lang="fa-IR" sz="1600" dirty="0">
              <a:solidFill>
                <a:schemeClr val="tx1">
                  <a:lumMod val="90000"/>
                  <a:lumOff val="10000"/>
                </a:schemeClr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  <a:p>
            <a:pPr marL="1784350" lvl="3" indent="-285750" algn="r" rtl="1">
              <a:buSzPts val="1600"/>
            </a:pPr>
            <a:endParaRPr lang="fa-IR" sz="1600" dirty="0">
              <a:solidFill>
                <a:schemeClr val="tx1">
                  <a:lumMod val="90000"/>
                  <a:lumOff val="10000"/>
                </a:schemeClr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E2DC312-857C-4796-B30B-161111EAED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046" y="2250859"/>
            <a:ext cx="3762439" cy="2257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582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92EB0CC-A94B-419A-A4FA-3D53B5B5D1DD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ar-BH" dirty="0">
                <a:latin typeface="Vazir" panose="020B0603030804020204" pitchFamily="34" charset="-78"/>
                <a:cs typeface="Vazir" panose="020B0603030804020204" pitchFamily="34" charset="-78"/>
              </a:rPr>
              <a:t>سحر سرکار - تحلیل ویژگی‌های رادیومیکس برای تشخیص عفونت در ریه - شهریور </a:t>
            </a:r>
            <a:r>
              <a:rPr lang="ar-BH" dirty="0">
                <a:latin typeface="Vazir FD-WOL" panose="020B0603030804020204" pitchFamily="34" charset="-78"/>
                <a:cs typeface="Vazir FD-WOL" panose="020B0603030804020204" pitchFamily="34" charset="-78"/>
              </a:rPr>
              <a:t>1400</a:t>
            </a:r>
            <a:endParaRPr lang="en-US" dirty="0">
              <a:latin typeface="Vazir FD-WOL" panose="020B0603030804020204" pitchFamily="34" charset="-78"/>
              <a:cs typeface="Vazir FD-WOL" panose="020B0603030804020204" pitchFamily="34" charset="-78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5A031A7-13FD-47CE-A02B-DE9AC34C57FE}"/>
              </a:ext>
            </a:extLst>
          </p:cNvPr>
          <p:cNvGrpSpPr/>
          <p:nvPr/>
        </p:nvGrpSpPr>
        <p:grpSpPr>
          <a:xfrm rot="16200000">
            <a:off x="4892224" y="1966620"/>
            <a:ext cx="6152709" cy="886850"/>
            <a:chOff x="0" y="2536120"/>
            <a:chExt cx="9144000" cy="1011043"/>
          </a:xfrm>
        </p:grpSpPr>
        <p:sp>
          <p:nvSpPr>
            <p:cNvPr id="58" name="Google Shape;594;p39">
              <a:extLst>
                <a:ext uri="{FF2B5EF4-FFF2-40B4-BE49-F238E27FC236}">
                  <a16:creationId xmlns:a16="http://schemas.microsoft.com/office/drawing/2014/main" id="{50921073-1AD5-4BF4-B917-0BD453041470}"/>
                </a:ext>
              </a:extLst>
            </p:cNvPr>
            <p:cNvSpPr/>
            <p:nvPr/>
          </p:nvSpPr>
          <p:spPr>
            <a:xfrm>
              <a:off x="0" y="2536120"/>
              <a:ext cx="9144000" cy="1011043"/>
            </a:xfrm>
            <a:custGeom>
              <a:avLst/>
              <a:gdLst/>
              <a:ahLst/>
              <a:cxnLst/>
              <a:rect l="l" t="t" r="r" b="b"/>
              <a:pathLst>
                <a:path w="12192000" h="1348058" extrusionOk="0">
                  <a:moveTo>
                    <a:pt x="12192000" y="0"/>
                  </a:moveTo>
                  <a:lnTo>
                    <a:pt x="10837333" y="0"/>
                  </a:lnTo>
                  <a:cubicBezTo>
                    <a:pt x="10463295" y="0"/>
                    <a:pt x="10160000" y="301773"/>
                    <a:pt x="10160000" y="674029"/>
                  </a:cubicBezTo>
                  <a:lnTo>
                    <a:pt x="10160000" y="674029"/>
                  </a:lnTo>
                  <a:cubicBezTo>
                    <a:pt x="10160000" y="1046281"/>
                    <a:pt x="9856705" y="1348059"/>
                    <a:pt x="9482667" y="1348059"/>
                  </a:cubicBezTo>
                  <a:lnTo>
                    <a:pt x="9482667" y="1348059"/>
                  </a:lnTo>
                  <a:cubicBezTo>
                    <a:pt x="9108581" y="1348059"/>
                    <a:pt x="8805333" y="1046281"/>
                    <a:pt x="8805333" y="674029"/>
                  </a:cubicBezTo>
                  <a:lnTo>
                    <a:pt x="8805333" y="674029"/>
                  </a:lnTo>
                  <a:cubicBezTo>
                    <a:pt x="8805333" y="301773"/>
                    <a:pt x="8502086" y="0"/>
                    <a:pt x="8128000" y="0"/>
                  </a:cubicBezTo>
                  <a:lnTo>
                    <a:pt x="8128000" y="0"/>
                  </a:lnTo>
                  <a:cubicBezTo>
                    <a:pt x="7753915" y="0"/>
                    <a:pt x="7450667" y="301773"/>
                    <a:pt x="7450667" y="674029"/>
                  </a:cubicBezTo>
                  <a:lnTo>
                    <a:pt x="7450667" y="674029"/>
                  </a:lnTo>
                  <a:cubicBezTo>
                    <a:pt x="7450667" y="1046281"/>
                    <a:pt x="7147419" y="1348059"/>
                    <a:pt x="6773334" y="1348059"/>
                  </a:cubicBezTo>
                  <a:lnTo>
                    <a:pt x="6773334" y="1348059"/>
                  </a:lnTo>
                  <a:cubicBezTo>
                    <a:pt x="6399248" y="1348059"/>
                    <a:pt x="6096000" y="1046281"/>
                    <a:pt x="6096000" y="674029"/>
                  </a:cubicBezTo>
                  <a:lnTo>
                    <a:pt x="6096000" y="674029"/>
                  </a:lnTo>
                  <a:cubicBezTo>
                    <a:pt x="6096000" y="301773"/>
                    <a:pt x="5792753" y="0"/>
                    <a:pt x="5418667" y="0"/>
                  </a:cubicBezTo>
                  <a:lnTo>
                    <a:pt x="5418667" y="0"/>
                  </a:lnTo>
                  <a:cubicBezTo>
                    <a:pt x="5044581" y="0"/>
                    <a:pt x="4741334" y="301773"/>
                    <a:pt x="4741334" y="674029"/>
                  </a:cubicBezTo>
                  <a:lnTo>
                    <a:pt x="4741334" y="674029"/>
                  </a:lnTo>
                  <a:cubicBezTo>
                    <a:pt x="4741334" y="1046281"/>
                    <a:pt x="4438076" y="1348059"/>
                    <a:pt x="4064000" y="1348059"/>
                  </a:cubicBezTo>
                  <a:lnTo>
                    <a:pt x="4064000" y="1348059"/>
                  </a:lnTo>
                  <a:cubicBezTo>
                    <a:pt x="3689924" y="1348059"/>
                    <a:pt x="3386667" y="1046281"/>
                    <a:pt x="3386667" y="674029"/>
                  </a:cubicBezTo>
                  <a:lnTo>
                    <a:pt x="3386667" y="674029"/>
                  </a:lnTo>
                  <a:cubicBezTo>
                    <a:pt x="3386667" y="301773"/>
                    <a:pt x="3083410" y="0"/>
                    <a:pt x="2709333" y="0"/>
                  </a:cubicBezTo>
                  <a:lnTo>
                    <a:pt x="2709333" y="0"/>
                  </a:lnTo>
                  <a:cubicBezTo>
                    <a:pt x="2335257" y="0"/>
                    <a:pt x="2032000" y="301773"/>
                    <a:pt x="2032000" y="674029"/>
                  </a:cubicBezTo>
                  <a:lnTo>
                    <a:pt x="2032000" y="674029"/>
                  </a:lnTo>
                  <a:cubicBezTo>
                    <a:pt x="2032000" y="1046281"/>
                    <a:pt x="1728743" y="1348059"/>
                    <a:pt x="1354667" y="1348059"/>
                  </a:cubicBezTo>
                  <a:lnTo>
                    <a:pt x="0" y="1348059"/>
                  </a:lnTo>
                </a:path>
              </a:pathLst>
            </a:custGeom>
            <a:noFill/>
            <a:ln w="228600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Vazir" panose="020B0603030804020204" pitchFamily="34" charset="-78"/>
                <a:ea typeface="Calibri"/>
                <a:cs typeface="Vazir" panose="020B0603030804020204" pitchFamily="34" charset="-78"/>
                <a:sym typeface="Calibri"/>
              </a:endParaRPr>
            </a:p>
          </p:txBody>
        </p:sp>
        <p:sp>
          <p:nvSpPr>
            <p:cNvPr id="59" name="Google Shape;595;p39">
              <a:extLst>
                <a:ext uri="{FF2B5EF4-FFF2-40B4-BE49-F238E27FC236}">
                  <a16:creationId xmlns:a16="http://schemas.microsoft.com/office/drawing/2014/main" id="{80BD9715-5D54-48BA-8232-EBD61376B29C}"/>
                </a:ext>
              </a:extLst>
            </p:cNvPr>
            <p:cNvSpPr/>
            <p:nvPr/>
          </p:nvSpPr>
          <p:spPr>
            <a:xfrm>
              <a:off x="0" y="2536120"/>
              <a:ext cx="9144000" cy="1011043"/>
            </a:xfrm>
            <a:custGeom>
              <a:avLst/>
              <a:gdLst/>
              <a:ahLst/>
              <a:cxnLst/>
              <a:rect l="l" t="t" r="r" b="b"/>
              <a:pathLst>
                <a:path w="12192000" h="1348058" extrusionOk="0">
                  <a:moveTo>
                    <a:pt x="12192000" y="0"/>
                  </a:moveTo>
                  <a:lnTo>
                    <a:pt x="10837333" y="0"/>
                  </a:lnTo>
                  <a:cubicBezTo>
                    <a:pt x="10463295" y="0"/>
                    <a:pt x="10160000" y="301773"/>
                    <a:pt x="10160000" y="674029"/>
                  </a:cubicBezTo>
                  <a:lnTo>
                    <a:pt x="10160000" y="674029"/>
                  </a:lnTo>
                  <a:cubicBezTo>
                    <a:pt x="10160000" y="1046281"/>
                    <a:pt x="9856705" y="1348059"/>
                    <a:pt x="9482667" y="1348059"/>
                  </a:cubicBezTo>
                  <a:lnTo>
                    <a:pt x="9482667" y="1348059"/>
                  </a:lnTo>
                  <a:cubicBezTo>
                    <a:pt x="9108581" y="1348059"/>
                    <a:pt x="8805333" y="1046281"/>
                    <a:pt x="8805333" y="674029"/>
                  </a:cubicBezTo>
                  <a:lnTo>
                    <a:pt x="8805333" y="674029"/>
                  </a:lnTo>
                  <a:cubicBezTo>
                    <a:pt x="8805333" y="301773"/>
                    <a:pt x="8502086" y="0"/>
                    <a:pt x="8128000" y="0"/>
                  </a:cubicBezTo>
                  <a:lnTo>
                    <a:pt x="8128000" y="0"/>
                  </a:lnTo>
                  <a:cubicBezTo>
                    <a:pt x="7753915" y="0"/>
                    <a:pt x="7450667" y="301773"/>
                    <a:pt x="7450667" y="674029"/>
                  </a:cubicBezTo>
                  <a:lnTo>
                    <a:pt x="7450667" y="674029"/>
                  </a:lnTo>
                  <a:cubicBezTo>
                    <a:pt x="7450667" y="1046281"/>
                    <a:pt x="7147419" y="1348059"/>
                    <a:pt x="6773334" y="1348059"/>
                  </a:cubicBezTo>
                  <a:lnTo>
                    <a:pt x="6773334" y="1348059"/>
                  </a:lnTo>
                  <a:cubicBezTo>
                    <a:pt x="6399248" y="1348059"/>
                    <a:pt x="6096000" y="1046281"/>
                    <a:pt x="6096000" y="674029"/>
                  </a:cubicBezTo>
                  <a:lnTo>
                    <a:pt x="6096000" y="674029"/>
                  </a:lnTo>
                  <a:cubicBezTo>
                    <a:pt x="6096000" y="301773"/>
                    <a:pt x="5792753" y="0"/>
                    <a:pt x="5418667" y="0"/>
                  </a:cubicBezTo>
                  <a:lnTo>
                    <a:pt x="5418667" y="0"/>
                  </a:lnTo>
                  <a:cubicBezTo>
                    <a:pt x="5044581" y="0"/>
                    <a:pt x="4741334" y="301773"/>
                    <a:pt x="4741334" y="674029"/>
                  </a:cubicBezTo>
                  <a:lnTo>
                    <a:pt x="4741334" y="674029"/>
                  </a:lnTo>
                  <a:cubicBezTo>
                    <a:pt x="4741334" y="1046281"/>
                    <a:pt x="4438076" y="1348059"/>
                    <a:pt x="4064000" y="1348059"/>
                  </a:cubicBezTo>
                  <a:lnTo>
                    <a:pt x="4064000" y="1348059"/>
                  </a:lnTo>
                  <a:cubicBezTo>
                    <a:pt x="3689924" y="1348059"/>
                    <a:pt x="3386667" y="1046281"/>
                    <a:pt x="3386667" y="674029"/>
                  </a:cubicBezTo>
                  <a:lnTo>
                    <a:pt x="3386667" y="674029"/>
                  </a:lnTo>
                  <a:cubicBezTo>
                    <a:pt x="3386667" y="301773"/>
                    <a:pt x="3083410" y="0"/>
                    <a:pt x="2709333" y="0"/>
                  </a:cubicBezTo>
                  <a:lnTo>
                    <a:pt x="2709333" y="0"/>
                  </a:lnTo>
                  <a:cubicBezTo>
                    <a:pt x="2335257" y="0"/>
                    <a:pt x="2032000" y="301773"/>
                    <a:pt x="2032000" y="674029"/>
                  </a:cubicBezTo>
                  <a:lnTo>
                    <a:pt x="2032000" y="674029"/>
                  </a:lnTo>
                  <a:cubicBezTo>
                    <a:pt x="2032000" y="1046281"/>
                    <a:pt x="1728743" y="1348059"/>
                    <a:pt x="1354667" y="1348059"/>
                  </a:cubicBezTo>
                  <a:lnTo>
                    <a:pt x="0" y="1348059"/>
                  </a:lnTo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dash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Vazir" panose="020B0603030804020204" pitchFamily="34" charset="-78"/>
                <a:ea typeface="Calibri"/>
                <a:cs typeface="Vazir" panose="020B0603030804020204" pitchFamily="34" charset="-78"/>
                <a:sym typeface="Calibri"/>
              </a:endParaRPr>
            </a:p>
          </p:txBody>
        </p:sp>
      </p:grpSp>
      <p:sp>
        <p:nvSpPr>
          <p:cNvPr id="122" name="Google Shape;616;p39">
            <a:extLst>
              <a:ext uri="{FF2B5EF4-FFF2-40B4-BE49-F238E27FC236}">
                <a16:creationId xmlns:a16="http://schemas.microsoft.com/office/drawing/2014/main" id="{F29FF600-2F87-4B4C-95EA-EF55460CBCEA}"/>
              </a:ext>
            </a:extLst>
          </p:cNvPr>
          <p:cNvSpPr txBox="1"/>
          <p:nvPr/>
        </p:nvSpPr>
        <p:spPr>
          <a:xfrm>
            <a:off x="8372054" y="2255511"/>
            <a:ext cx="727517" cy="194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900" dirty="0">
                <a:solidFill>
                  <a:schemeClr val="dk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rPr>
              <a:t>روش پیشنهادی</a:t>
            </a:r>
            <a:endParaRPr sz="900" dirty="0">
              <a:solidFill>
                <a:schemeClr val="dk1"/>
              </a:solidFill>
              <a:latin typeface="Vazir" panose="020B0603030804020204" pitchFamily="34" charset="-78"/>
              <a:ea typeface="Catamaran"/>
              <a:cs typeface="Vazir" panose="020B0603030804020204" pitchFamily="34" charset="-78"/>
              <a:sym typeface="Catamaran"/>
            </a:endParaRPr>
          </a:p>
        </p:txBody>
      </p: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A2931612-A263-42C4-9F74-FD8FD8FE4783}"/>
              </a:ext>
            </a:extLst>
          </p:cNvPr>
          <p:cNvGrpSpPr/>
          <p:nvPr/>
        </p:nvGrpSpPr>
        <p:grpSpPr>
          <a:xfrm>
            <a:off x="6958941" y="1229022"/>
            <a:ext cx="334744" cy="334744"/>
            <a:chOff x="5858533" y="3371391"/>
            <a:chExt cx="334744" cy="334744"/>
          </a:xfrm>
        </p:grpSpPr>
        <p:sp>
          <p:nvSpPr>
            <p:cNvPr id="161" name="Google Shape;606;p39">
              <a:extLst>
                <a:ext uri="{FF2B5EF4-FFF2-40B4-BE49-F238E27FC236}">
                  <a16:creationId xmlns:a16="http://schemas.microsoft.com/office/drawing/2014/main" id="{9A8714E9-F157-4C6C-8C36-CF5D87D403B3}"/>
                </a:ext>
              </a:extLst>
            </p:cNvPr>
            <p:cNvSpPr/>
            <p:nvPr/>
          </p:nvSpPr>
          <p:spPr>
            <a:xfrm rot="2637262">
              <a:off x="5858533" y="3371391"/>
              <a:ext cx="334744" cy="334744"/>
            </a:xfrm>
            <a:prstGeom prst="teardrop">
              <a:avLst>
                <a:gd name="adj" fmla="val 95976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  <p:sp>
          <p:nvSpPr>
            <p:cNvPr id="162" name="Google Shape;607;p39">
              <a:extLst>
                <a:ext uri="{FF2B5EF4-FFF2-40B4-BE49-F238E27FC236}">
                  <a16:creationId xmlns:a16="http://schemas.microsoft.com/office/drawing/2014/main" id="{7BBF0579-51AE-48EA-A3E0-5FBFDD196F32}"/>
                </a:ext>
              </a:extLst>
            </p:cNvPr>
            <p:cNvSpPr/>
            <p:nvPr/>
          </p:nvSpPr>
          <p:spPr>
            <a:xfrm flipH="1">
              <a:off x="5958855" y="3478265"/>
              <a:ext cx="134100" cy="13409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a-IR" sz="800" dirty="0">
                  <a:solidFill>
                    <a:schemeClr val="dk1"/>
                  </a:solidFill>
                  <a:latin typeface="Vazir FD-WOL" panose="020B0603030804020204" pitchFamily="34" charset="-78"/>
                  <a:ea typeface="Catamaran"/>
                  <a:cs typeface="Vazir FD-WOL" panose="020B0603030804020204" pitchFamily="34" charset="-78"/>
                  <a:sym typeface="Catamaran"/>
                </a:rPr>
                <a:t>2</a:t>
              </a:r>
              <a:endParaRPr sz="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F607B433-AF5E-4FE8-A066-3EDBF6E125E8}"/>
              </a:ext>
            </a:extLst>
          </p:cNvPr>
          <p:cNvGrpSpPr/>
          <p:nvPr/>
        </p:nvGrpSpPr>
        <p:grpSpPr>
          <a:xfrm>
            <a:off x="8616854" y="1901496"/>
            <a:ext cx="334744" cy="334744"/>
            <a:chOff x="5858533" y="3371391"/>
            <a:chExt cx="334744" cy="334744"/>
          </a:xfrm>
        </p:grpSpPr>
        <p:sp>
          <p:nvSpPr>
            <p:cNvPr id="170" name="Google Shape;606;p39">
              <a:extLst>
                <a:ext uri="{FF2B5EF4-FFF2-40B4-BE49-F238E27FC236}">
                  <a16:creationId xmlns:a16="http://schemas.microsoft.com/office/drawing/2014/main" id="{D23848B0-940E-4BA6-9198-E37E59821155}"/>
                </a:ext>
              </a:extLst>
            </p:cNvPr>
            <p:cNvSpPr/>
            <p:nvPr/>
          </p:nvSpPr>
          <p:spPr>
            <a:xfrm rot="13248051">
              <a:off x="5858533" y="3371391"/>
              <a:ext cx="334744" cy="334744"/>
            </a:xfrm>
            <a:prstGeom prst="teardrop">
              <a:avLst>
                <a:gd name="adj" fmla="val 95976"/>
              </a:avLst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  <p:sp>
          <p:nvSpPr>
            <p:cNvPr id="171" name="Google Shape;607;p39">
              <a:extLst>
                <a:ext uri="{FF2B5EF4-FFF2-40B4-BE49-F238E27FC236}">
                  <a16:creationId xmlns:a16="http://schemas.microsoft.com/office/drawing/2014/main" id="{3161D906-0AB7-4435-B6E0-65FA3088814F}"/>
                </a:ext>
              </a:extLst>
            </p:cNvPr>
            <p:cNvSpPr/>
            <p:nvPr/>
          </p:nvSpPr>
          <p:spPr>
            <a:xfrm flipH="1">
              <a:off x="5958855" y="3478265"/>
              <a:ext cx="134100" cy="13409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a-IR" sz="800" dirty="0">
                  <a:solidFill>
                    <a:schemeClr val="dk1"/>
                  </a:solidFill>
                  <a:latin typeface="Vazir FD-WOL" panose="020B0603030804020204" pitchFamily="34" charset="-78"/>
                  <a:ea typeface="Catamaran"/>
                  <a:cs typeface="Vazir FD-WOL" panose="020B0603030804020204" pitchFamily="34" charset="-78"/>
                  <a:sym typeface="Catamaran"/>
                </a:rPr>
                <a:t>3</a:t>
              </a:r>
              <a:endParaRPr sz="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</p:grp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85FB2DA9-9820-4E5E-A3C0-913754982C04}"/>
              </a:ext>
            </a:extLst>
          </p:cNvPr>
          <p:cNvGrpSpPr/>
          <p:nvPr/>
        </p:nvGrpSpPr>
        <p:grpSpPr>
          <a:xfrm>
            <a:off x="8619860" y="488928"/>
            <a:ext cx="334744" cy="334744"/>
            <a:chOff x="5858533" y="3371391"/>
            <a:chExt cx="334744" cy="334744"/>
          </a:xfrm>
        </p:grpSpPr>
        <p:sp>
          <p:nvSpPr>
            <p:cNvPr id="176" name="Google Shape;606;p39">
              <a:extLst>
                <a:ext uri="{FF2B5EF4-FFF2-40B4-BE49-F238E27FC236}">
                  <a16:creationId xmlns:a16="http://schemas.microsoft.com/office/drawing/2014/main" id="{BFA6331C-330F-4A0C-8BEC-20A79F762588}"/>
                </a:ext>
              </a:extLst>
            </p:cNvPr>
            <p:cNvSpPr/>
            <p:nvPr/>
          </p:nvSpPr>
          <p:spPr>
            <a:xfrm rot="13248051">
              <a:off x="5858533" y="3371391"/>
              <a:ext cx="334744" cy="334744"/>
            </a:xfrm>
            <a:prstGeom prst="teardrop">
              <a:avLst>
                <a:gd name="adj" fmla="val 95976"/>
              </a:avLst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  <p:sp>
          <p:nvSpPr>
            <p:cNvPr id="177" name="Google Shape;607;p39">
              <a:extLst>
                <a:ext uri="{FF2B5EF4-FFF2-40B4-BE49-F238E27FC236}">
                  <a16:creationId xmlns:a16="http://schemas.microsoft.com/office/drawing/2014/main" id="{9F67978A-2AB8-458F-BBAE-796DDE89B0BF}"/>
                </a:ext>
              </a:extLst>
            </p:cNvPr>
            <p:cNvSpPr/>
            <p:nvPr/>
          </p:nvSpPr>
          <p:spPr>
            <a:xfrm flipH="1">
              <a:off x="5958855" y="3478265"/>
              <a:ext cx="134100" cy="13409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a-IR" sz="800" dirty="0">
                  <a:solidFill>
                    <a:schemeClr val="dk1"/>
                  </a:solidFill>
                  <a:latin typeface="Vazir FD-WOL" panose="020B0603030804020204" pitchFamily="34" charset="-78"/>
                  <a:ea typeface="Catamaran"/>
                  <a:cs typeface="Vazir FD-WOL" panose="020B0603030804020204" pitchFamily="34" charset="-78"/>
                  <a:sym typeface="Catamaran"/>
                </a:rPr>
                <a:t>1</a:t>
              </a:r>
              <a:endParaRPr sz="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</p:grp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705762E8-5DA5-46C0-B527-8EB0E2381A3A}"/>
              </a:ext>
            </a:extLst>
          </p:cNvPr>
          <p:cNvGrpSpPr/>
          <p:nvPr/>
        </p:nvGrpSpPr>
        <p:grpSpPr>
          <a:xfrm>
            <a:off x="8613156" y="3244845"/>
            <a:ext cx="334744" cy="334744"/>
            <a:chOff x="5858533" y="3371391"/>
            <a:chExt cx="334744" cy="334744"/>
          </a:xfrm>
        </p:grpSpPr>
        <p:sp>
          <p:nvSpPr>
            <p:cNvPr id="179" name="Google Shape;606;p39">
              <a:extLst>
                <a:ext uri="{FF2B5EF4-FFF2-40B4-BE49-F238E27FC236}">
                  <a16:creationId xmlns:a16="http://schemas.microsoft.com/office/drawing/2014/main" id="{1C268A1C-94D1-45A0-8AAB-024E02FECA32}"/>
                </a:ext>
              </a:extLst>
            </p:cNvPr>
            <p:cNvSpPr/>
            <p:nvPr/>
          </p:nvSpPr>
          <p:spPr>
            <a:xfrm rot="13248051">
              <a:off x="5858533" y="3371391"/>
              <a:ext cx="334744" cy="334744"/>
            </a:xfrm>
            <a:prstGeom prst="teardrop">
              <a:avLst>
                <a:gd name="adj" fmla="val 95976"/>
              </a:avLst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  <p:sp>
          <p:nvSpPr>
            <p:cNvPr id="180" name="Google Shape;607;p39">
              <a:extLst>
                <a:ext uri="{FF2B5EF4-FFF2-40B4-BE49-F238E27FC236}">
                  <a16:creationId xmlns:a16="http://schemas.microsoft.com/office/drawing/2014/main" id="{40FDC796-3573-41A2-8118-388C2B9B2C51}"/>
                </a:ext>
              </a:extLst>
            </p:cNvPr>
            <p:cNvSpPr/>
            <p:nvPr/>
          </p:nvSpPr>
          <p:spPr>
            <a:xfrm flipH="1">
              <a:off x="5958855" y="3478265"/>
              <a:ext cx="134100" cy="13409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a-IR" sz="800" dirty="0">
                  <a:solidFill>
                    <a:schemeClr val="dk1"/>
                  </a:solidFill>
                  <a:latin typeface="Vazir FD-WOL" panose="020B0603030804020204" pitchFamily="34" charset="-78"/>
                  <a:ea typeface="Catamaran"/>
                  <a:cs typeface="Vazir FD-WOL" panose="020B0603030804020204" pitchFamily="34" charset="-78"/>
                  <a:sym typeface="Catamaran"/>
                </a:rPr>
                <a:t>5</a:t>
              </a:r>
              <a:endParaRPr sz="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</p:grpSp>
      <p:grpSp>
        <p:nvGrpSpPr>
          <p:cNvPr id="181" name="Group 180">
            <a:extLst>
              <a:ext uri="{FF2B5EF4-FFF2-40B4-BE49-F238E27FC236}">
                <a16:creationId xmlns:a16="http://schemas.microsoft.com/office/drawing/2014/main" id="{380C664D-E262-42DF-9AF4-C6DA7AD3878D}"/>
              </a:ext>
            </a:extLst>
          </p:cNvPr>
          <p:cNvGrpSpPr/>
          <p:nvPr/>
        </p:nvGrpSpPr>
        <p:grpSpPr>
          <a:xfrm>
            <a:off x="6958941" y="2571750"/>
            <a:ext cx="334744" cy="334744"/>
            <a:chOff x="5858533" y="3371391"/>
            <a:chExt cx="334744" cy="334744"/>
          </a:xfrm>
        </p:grpSpPr>
        <p:sp>
          <p:nvSpPr>
            <p:cNvPr id="182" name="Google Shape;606;p39">
              <a:extLst>
                <a:ext uri="{FF2B5EF4-FFF2-40B4-BE49-F238E27FC236}">
                  <a16:creationId xmlns:a16="http://schemas.microsoft.com/office/drawing/2014/main" id="{8D4DD1D8-DC73-417E-87FD-1AAB18F94AA8}"/>
                </a:ext>
              </a:extLst>
            </p:cNvPr>
            <p:cNvSpPr/>
            <p:nvPr/>
          </p:nvSpPr>
          <p:spPr>
            <a:xfrm rot="2637262">
              <a:off x="5858533" y="3371391"/>
              <a:ext cx="334744" cy="334744"/>
            </a:xfrm>
            <a:prstGeom prst="teardrop">
              <a:avLst>
                <a:gd name="adj" fmla="val 95976"/>
              </a:avLst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  <p:sp>
          <p:nvSpPr>
            <p:cNvPr id="183" name="Google Shape;607;p39">
              <a:extLst>
                <a:ext uri="{FF2B5EF4-FFF2-40B4-BE49-F238E27FC236}">
                  <a16:creationId xmlns:a16="http://schemas.microsoft.com/office/drawing/2014/main" id="{39033152-8FC9-4C4E-854F-CEF81B77D2D2}"/>
                </a:ext>
              </a:extLst>
            </p:cNvPr>
            <p:cNvSpPr/>
            <p:nvPr/>
          </p:nvSpPr>
          <p:spPr>
            <a:xfrm flipH="1">
              <a:off x="5958855" y="3478265"/>
              <a:ext cx="134100" cy="13409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a-IR" sz="800" dirty="0">
                  <a:solidFill>
                    <a:schemeClr val="dk1"/>
                  </a:solidFill>
                  <a:latin typeface="Vazir FD-WOL" panose="020B0603030804020204" pitchFamily="34" charset="-78"/>
                  <a:ea typeface="Catamaran"/>
                  <a:cs typeface="Vazir FD-WOL" panose="020B0603030804020204" pitchFamily="34" charset="-78"/>
                  <a:sym typeface="Catamaran"/>
                </a:rPr>
                <a:t>4</a:t>
              </a:r>
              <a:endParaRPr sz="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</p:grp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E845D49F-CFC4-4A8D-843F-F2B2EE601941}"/>
              </a:ext>
            </a:extLst>
          </p:cNvPr>
          <p:cNvGrpSpPr/>
          <p:nvPr/>
        </p:nvGrpSpPr>
        <p:grpSpPr>
          <a:xfrm>
            <a:off x="6958941" y="3958304"/>
            <a:ext cx="334744" cy="334744"/>
            <a:chOff x="5858533" y="3371391"/>
            <a:chExt cx="334744" cy="334744"/>
          </a:xfrm>
        </p:grpSpPr>
        <p:sp>
          <p:nvSpPr>
            <p:cNvPr id="185" name="Google Shape;606;p39">
              <a:extLst>
                <a:ext uri="{FF2B5EF4-FFF2-40B4-BE49-F238E27FC236}">
                  <a16:creationId xmlns:a16="http://schemas.microsoft.com/office/drawing/2014/main" id="{E0339356-B776-4ADB-BB33-A8E458CBF95F}"/>
                </a:ext>
              </a:extLst>
            </p:cNvPr>
            <p:cNvSpPr/>
            <p:nvPr/>
          </p:nvSpPr>
          <p:spPr>
            <a:xfrm rot="2637262">
              <a:off x="5858533" y="3371391"/>
              <a:ext cx="334744" cy="334744"/>
            </a:xfrm>
            <a:prstGeom prst="teardrop">
              <a:avLst>
                <a:gd name="adj" fmla="val 95976"/>
              </a:avLst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  <p:sp>
          <p:nvSpPr>
            <p:cNvPr id="186" name="Google Shape;607;p39">
              <a:extLst>
                <a:ext uri="{FF2B5EF4-FFF2-40B4-BE49-F238E27FC236}">
                  <a16:creationId xmlns:a16="http://schemas.microsoft.com/office/drawing/2014/main" id="{2B15C32B-08E3-4776-9818-46FF5A149C67}"/>
                </a:ext>
              </a:extLst>
            </p:cNvPr>
            <p:cNvSpPr/>
            <p:nvPr/>
          </p:nvSpPr>
          <p:spPr>
            <a:xfrm flipH="1">
              <a:off x="5958855" y="3478265"/>
              <a:ext cx="134100" cy="13409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a-IR" sz="800" dirty="0">
                  <a:solidFill>
                    <a:schemeClr val="dk1"/>
                  </a:solidFill>
                  <a:latin typeface="Vazir FD-WOL" panose="020B0603030804020204" pitchFamily="34" charset="-78"/>
                  <a:ea typeface="Catamaran"/>
                  <a:cs typeface="Vazir FD-WOL" panose="020B0603030804020204" pitchFamily="34" charset="-78"/>
                  <a:sym typeface="Catamaran"/>
                </a:rPr>
                <a:t>6</a:t>
              </a:r>
              <a:endParaRPr sz="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</p:grpSp>
      <p:sp>
        <p:nvSpPr>
          <p:cNvPr id="187" name="Google Shape;616;p39">
            <a:extLst>
              <a:ext uri="{FF2B5EF4-FFF2-40B4-BE49-F238E27FC236}">
                <a16:creationId xmlns:a16="http://schemas.microsoft.com/office/drawing/2014/main" id="{C328D034-AE93-43FA-BFFB-D797D269CA48}"/>
              </a:ext>
            </a:extLst>
          </p:cNvPr>
          <p:cNvSpPr txBox="1"/>
          <p:nvPr/>
        </p:nvSpPr>
        <p:spPr>
          <a:xfrm>
            <a:off x="8418152" y="777961"/>
            <a:ext cx="623993" cy="35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900" dirty="0">
                <a:solidFill>
                  <a:schemeClr val="dk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rPr>
              <a:t>مقدمه و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900" dirty="0">
                <a:solidFill>
                  <a:schemeClr val="dk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rPr>
              <a:t>بیان مسئله</a:t>
            </a:r>
            <a:endParaRPr sz="900" dirty="0">
              <a:solidFill>
                <a:schemeClr val="dk1"/>
              </a:solidFill>
              <a:latin typeface="Vazir" panose="020B0603030804020204" pitchFamily="34" charset="-78"/>
              <a:ea typeface="Catamaran"/>
              <a:cs typeface="Vazir" panose="020B0603030804020204" pitchFamily="34" charset="-78"/>
              <a:sym typeface="Catamaran"/>
            </a:endParaRPr>
          </a:p>
        </p:txBody>
      </p:sp>
      <p:sp>
        <p:nvSpPr>
          <p:cNvPr id="188" name="Google Shape;616;p39">
            <a:extLst>
              <a:ext uri="{FF2B5EF4-FFF2-40B4-BE49-F238E27FC236}">
                <a16:creationId xmlns:a16="http://schemas.microsoft.com/office/drawing/2014/main" id="{D43DA39D-0842-40F5-8CC7-6A6E67896929}"/>
              </a:ext>
            </a:extLst>
          </p:cNvPr>
          <p:cNvSpPr txBox="1"/>
          <p:nvPr/>
        </p:nvSpPr>
        <p:spPr>
          <a:xfrm>
            <a:off x="6803098" y="1633055"/>
            <a:ext cx="635502" cy="134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900" dirty="0">
                <a:solidFill>
                  <a:schemeClr val="dk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rPr>
              <a:t>مفاهیم</a:t>
            </a:r>
            <a:endParaRPr sz="900" dirty="0">
              <a:solidFill>
                <a:schemeClr val="dk1"/>
              </a:solidFill>
              <a:latin typeface="Vazir" panose="020B0603030804020204" pitchFamily="34" charset="-78"/>
              <a:ea typeface="Catamaran"/>
              <a:cs typeface="Vazir" panose="020B0603030804020204" pitchFamily="34" charset="-78"/>
              <a:sym typeface="Catamaran"/>
            </a:endParaRPr>
          </a:p>
        </p:txBody>
      </p:sp>
      <p:sp>
        <p:nvSpPr>
          <p:cNvPr id="189" name="Google Shape;616;p39">
            <a:extLst>
              <a:ext uri="{FF2B5EF4-FFF2-40B4-BE49-F238E27FC236}">
                <a16:creationId xmlns:a16="http://schemas.microsoft.com/office/drawing/2014/main" id="{65E30DE2-FAF6-45DC-973F-655CF47BC284}"/>
              </a:ext>
            </a:extLst>
          </p:cNvPr>
          <p:cNvSpPr txBox="1"/>
          <p:nvPr/>
        </p:nvSpPr>
        <p:spPr>
          <a:xfrm>
            <a:off x="8372053" y="3698163"/>
            <a:ext cx="727517" cy="194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900" dirty="0">
                <a:solidFill>
                  <a:schemeClr val="dk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rPr>
              <a:t>جمع‌بندی و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900" dirty="0">
                <a:solidFill>
                  <a:schemeClr val="dk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rPr>
              <a:t>پیشنهادات</a:t>
            </a:r>
          </a:p>
        </p:txBody>
      </p:sp>
      <p:sp>
        <p:nvSpPr>
          <p:cNvPr id="190" name="Google Shape;616;p39">
            <a:extLst>
              <a:ext uri="{FF2B5EF4-FFF2-40B4-BE49-F238E27FC236}">
                <a16:creationId xmlns:a16="http://schemas.microsoft.com/office/drawing/2014/main" id="{F6A7202D-3D79-4933-90E6-90207491F687}"/>
              </a:ext>
            </a:extLst>
          </p:cNvPr>
          <p:cNvSpPr txBox="1"/>
          <p:nvPr/>
        </p:nvSpPr>
        <p:spPr>
          <a:xfrm>
            <a:off x="6757091" y="2903363"/>
            <a:ext cx="727517" cy="194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900" dirty="0">
                <a:solidFill>
                  <a:schemeClr val="dk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rPr>
              <a:t>نتایج</a:t>
            </a:r>
            <a:endParaRPr sz="900" dirty="0">
              <a:solidFill>
                <a:schemeClr val="dk1"/>
              </a:solidFill>
              <a:latin typeface="Vazir" panose="020B0603030804020204" pitchFamily="34" charset="-78"/>
              <a:ea typeface="Catamaran"/>
              <a:cs typeface="Vazir" panose="020B0603030804020204" pitchFamily="34" charset="-78"/>
              <a:sym typeface="Catamaran"/>
            </a:endParaRPr>
          </a:p>
        </p:txBody>
      </p:sp>
      <p:sp>
        <p:nvSpPr>
          <p:cNvPr id="191" name="Google Shape;616;p39">
            <a:extLst>
              <a:ext uri="{FF2B5EF4-FFF2-40B4-BE49-F238E27FC236}">
                <a16:creationId xmlns:a16="http://schemas.microsoft.com/office/drawing/2014/main" id="{5772928D-7B6B-4F34-99FE-3F6CF6BE10FB}"/>
              </a:ext>
            </a:extLst>
          </p:cNvPr>
          <p:cNvSpPr txBox="1"/>
          <p:nvPr/>
        </p:nvSpPr>
        <p:spPr>
          <a:xfrm>
            <a:off x="6803098" y="4427975"/>
            <a:ext cx="727517" cy="194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900" dirty="0">
                <a:solidFill>
                  <a:schemeClr val="dk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rPr>
              <a:t>پاسخگویی به سؤالات</a:t>
            </a:r>
            <a:endParaRPr sz="900" dirty="0">
              <a:solidFill>
                <a:schemeClr val="dk1"/>
              </a:solidFill>
              <a:latin typeface="Vazir" panose="020B0603030804020204" pitchFamily="34" charset="-78"/>
              <a:ea typeface="Catamaran"/>
              <a:cs typeface="Vazir" panose="020B0603030804020204" pitchFamily="34" charset="-78"/>
              <a:sym typeface="Catamaran"/>
            </a:endParaRPr>
          </a:p>
        </p:txBody>
      </p:sp>
      <p:sp>
        <p:nvSpPr>
          <p:cNvPr id="192" name="Google Shape;120;p7">
            <a:extLst>
              <a:ext uri="{FF2B5EF4-FFF2-40B4-BE49-F238E27FC236}">
                <a16:creationId xmlns:a16="http://schemas.microsoft.com/office/drawing/2014/main" id="{4A7A9DB2-86BD-43FB-B38F-A71CB541AAC1}"/>
              </a:ext>
            </a:extLst>
          </p:cNvPr>
          <p:cNvSpPr txBox="1">
            <a:spLocks/>
          </p:cNvSpPr>
          <p:nvPr/>
        </p:nvSpPr>
        <p:spPr>
          <a:xfrm>
            <a:off x="114716" y="656300"/>
            <a:ext cx="1199437" cy="39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3970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00" b="0" i="0" u="none" strike="noStrike" cap="none">
                <a:solidFill>
                  <a:schemeClr val="tx1">
                    <a:lumMod val="90000"/>
                    <a:lumOff val="10000"/>
                  </a:schemeClr>
                </a:solidFill>
                <a:latin typeface="Vazir" panose="020B0603030804020204" pitchFamily="34" charset="-78"/>
                <a:ea typeface="Arial"/>
                <a:cs typeface="Vazir" panose="020B0603030804020204" pitchFamily="34" charset="-78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⬡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⬡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a-IR" dirty="0"/>
              <a:t>دانشگاه اصفهان</a:t>
            </a:r>
          </a:p>
          <a:p>
            <a:r>
              <a:rPr lang="fa-IR" dirty="0"/>
              <a:t>دانشکده مهندسی کامپیوتر</a:t>
            </a:r>
          </a:p>
          <a:p>
            <a:r>
              <a:rPr lang="fa-IR" dirty="0"/>
              <a:t>گروه مهندسی فناوری اطلاعات</a:t>
            </a:r>
          </a:p>
        </p:txBody>
      </p:sp>
      <p:sp>
        <p:nvSpPr>
          <p:cNvPr id="193" name="Google Shape;239;p17">
            <a:extLst>
              <a:ext uri="{FF2B5EF4-FFF2-40B4-BE49-F238E27FC236}">
                <a16:creationId xmlns:a16="http://schemas.microsoft.com/office/drawing/2014/main" id="{433169B9-33CE-4384-97B2-534E57CAFC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4533" y="366505"/>
            <a:ext cx="6010500" cy="39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2400" dirty="0">
                <a:latin typeface="Vazir" panose="020B0603030804020204" pitchFamily="34" charset="-78"/>
                <a:cs typeface="Vazir" panose="020B0603030804020204" pitchFamily="34" charset="-78"/>
              </a:rPr>
              <a:t>رادیومیکس</a:t>
            </a:r>
            <a:endParaRPr sz="2400" dirty="0">
              <a:latin typeface="Vazir" panose="020B0603030804020204" pitchFamily="34" charset="-78"/>
              <a:cs typeface="Vazir" panose="020B0603030804020204" pitchFamily="34" charset="-78"/>
            </a:endParaRPr>
          </a:p>
        </p:txBody>
      </p:sp>
      <p:sp>
        <p:nvSpPr>
          <p:cNvPr id="217" name="Google Shape;125;p8">
            <a:extLst>
              <a:ext uri="{FF2B5EF4-FFF2-40B4-BE49-F238E27FC236}">
                <a16:creationId xmlns:a16="http://schemas.microsoft.com/office/drawing/2014/main" id="{1C9D5385-CA31-4C5C-BA9E-4B4243D6E0D2}"/>
              </a:ext>
            </a:extLst>
          </p:cNvPr>
          <p:cNvSpPr/>
          <p:nvPr/>
        </p:nvSpPr>
        <p:spPr>
          <a:xfrm>
            <a:off x="8574184" y="4822960"/>
            <a:ext cx="525386" cy="271414"/>
          </a:xfrm>
          <a:custGeom>
            <a:avLst/>
            <a:gdLst/>
            <a:ahLst/>
            <a:cxnLst/>
            <a:rect l="l" t="t" r="r" b="b"/>
            <a:pathLst>
              <a:path w="21598" h="21315" extrusionOk="0">
                <a:moveTo>
                  <a:pt x="21599" y="14389"/>
                </a:moveTo>
                <a:lnTo>
                  <a:pt x="21599" y="6924"/>
                </a:lnTo>
                <a:cubicBezTo>
                  <a:pt x="21599" y="5784"/>
                  <a:pt x="20918" y="4730"/>
                  <a:pt x="19814" y="4161"/>
                </a:cubicBezTo>
                <a:lnTo>
                  <a:pt x="12583" y="428"/>
                </a:lnTo>
                <a:cubicBezTo>
                  <a:pt x="11478" y="-142"/>
                  <a:pt x="10118" y="-142"/>
                  <a:pt x="9013" y="428"/>
                </a:cubicBezTo>
                <a:lnTo>
                  <a:pt x="1783" y="4161"/>
                </a:lnTo>
                <a:cubicBezTo>
                  <a:pt x="679" y="4731"/>
                  <a:pt x="0" y="5784"/>
                  <a:pt x="0" y="6924"/>
                </a:cubicBezTo>
                <a:lnTo>
                  <a:pt x="0" y="14392"/>
                </a:lnTo>
                <a:cubicBezTo>
                  <a:pt x="1" y="15532"/>
                  <a:pt x="681" y="16585"/>
                  <a:pt x="1785" y="17155"/>
                </a:cubicBezTo>
                <a:lnTo>
                  <a:pt x="9016" y="20888"/>
                </a:lnTo>
                <a:cubicBezTo>
                  <a:pt x="10120" y="21458"/>
                  <a:pt x="11481" y="21458"/>
                  <a:pt x="12585" y="20888"/>
                </a:cubicBezTo>
                <a:lnTo>
                  <a:pt x="19816" y="17155"/>
                </a:lnTo>
                <a:cubicBezTo>
                  <a:pt x="20920" y="16584"/>
                  <a:pt x="21600" y="15530"/>
                  <a:pt x="21599" y="14389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fa-IR" sz="1000" i="0" u="none" strike="noStrike" cap="none" dirty="0">
                <a:solidFill>
                  <a:schemeClr val="bg1"/>
                </a:solidFill>
                <a:latin typeface="Vazir FD-WOL" panose="020B0603030804020204" pitchFamily="34" charset="-78"/>
                <a:cs typeface="Vazir FD-WOL" panose="020B0603030804020204" pitchFamily="34" charset="-78"/>
              </a:rPr>
              <a:t>7</a:t>
            </a:r>
            <a:r>
              <a:rPr lang="fa-IR" sz="1000" i="0" u="none" strike="noStrike" cap="none" dirty="0">
                <a:solidFill>
                  <a:schemeClr val="bg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از </a:t>
            </a:r>
            <a:r>
              <a:rPr lang="fa-IR" sz="1000" i="0" u="none" strike="noStrike" cap="none" dirty="0">
                <a:solidFill>
                  <a:schemeClr val="bg1"/>
                </a:solidFill>
                <a:latin typeface="Vazir FD-WOL" panose="020B0603030804020204" pitchFamily="34" charset="-78"/>
                <a:cs typeface="Vazir FD-WOL" panose="020B0603030804020204" pitchFamily="34" charset="-78"/>
              </a:rPr>
              <a:t>19</a:t>
            </a:r>
            <a:endParaRPr sz="1000" i="0" u="none" strike="noStrike" cap="none" dirty="0">
              <a:solidFill>
                <a:schemeClr val="bg1"/>
              </a:solidFill>
              <a:latin typeface="Vazir FD-WOL" panose="020B0603030804020204" pitchFamily="34" charset="-78"/>
              <a:cs typeface="Vazir FD-WOL" panose="020B0603030804020204" pitchFamily="34" charset="-78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E72D13F-F2D8-46CD-82A1-3887DE13FFF9}"/>
              </a:ext>
            </a:extLst>
          </p:cNvPr>
          <p:cNvGrpSpPr/>
          <p:nvPr/>
        </p:nvGrpSpPr>
        <p:grpSpPr>
          <a:xfrm>
            <a:off x="1948581" y="885940"/>
            <a:ext cx="4655670" cy="3560315"/>
            <a:chOff x="-202396" y="489091"/>
            <a:chExt cx="6632222" cy="4681330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85D61D0D-8641-40BD-81FA-4963FEE9A82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966438" y="489091"/>
              <a:ext cx="3463388" cy="2860463"/>
            </a:xfrm>
            <a:prstGeom prst="ellipse">
              <a:avLst/>
            </a:prstGeom>
            <a:ln>
              <a:noFill/>
            </a:ln>
            <a:effectLst>
              <a:softEdge rad="112500"/>
            </a:effectLst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259ABC5A-CCD9-4C49-B6AA-6721FA70CE2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-202396" y="1501499"/>
              <a:ext cx="4205243" cy="3668922"/>
            </a:xfrm>
            <a:prstGeom prst="ellipse">
              <a:avLst/>
            </a:prstGeom>
            <a:ln>
              <a:noFill/>
            </a:ln>
            <a:effectLst>
              <a:softEdge rad="112500"/>
            </a:effectLst>
          </p:spPr>
        </p:pic>
      </p:grpSp>
    </p:spTree>
    <p:extLst>
      <p:ext uri="{BB962C8B-B14F-4D97-AF65-F5344CB8AC3E}">
        <p14:creationId xmlns:p14="http://schemas.microsoft.com/office/powerpoint/2010/main" val="2437609945"/>
      </p:ext>
    </p:extLst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92EB0CC-A94B-419A-A4FA-3D53B5B5D1DD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ar-BH" dirty="0">
                <a:latin typeface="Vazir" panose="020B0603030804020204" pitchFamily="34" charset="-78"/>
                <a:cs typeface="Vazir" panose="020B0603030804020204" pitchFamily="34" charset="-78"/>
              </a:rPr>
              <a:t>سحر سرکار - تحلیل ویژگی‌های رادیومیکس برای تشخیص عفونت در ریه - شهریور </a:t>
            </a:r>
            <a:r>
              <a:rPr lang="ar-BH" dirty="0">
                <a:latin typeface="Vazir FD-WOL" panose="020B0603030804020204" pitchFamily="34" charset="-78"/>
                <a:cs typeface="Vazir FD-WOL" panose="020B0603030804020204" pitchFamily="34" charset="-78"/>
              </a:rPr>
              <a:t>1400</a:t>
            </a:r>
            <a:endParaRPr lang="en-US" dirty="0">
              <a:latin typeface="Vazir FD-WOL" panose="020B0603030804020204" pitchFamily="34" charset="-78"/>
              <a:cs typeface="Vazir FD-WOL" panose="020B0603030804020204" pitchFamily="34" charset="-78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5A031A7-13FD-47CE-A02B-DE9AC34C57FE}"/>
              </a:ext>
            </a:extLst>
          </p:cNvPr>
          <p:cNvGrpSpPr/>
          <p:nvPr/>
        </p:nvGrpSpPr>
        <p:grpSpPr>
          <a:xfrm rot="16200000">
            <a:off x="4892224" y="1966620"/>
            <a:ext cx="6152709" cy="886850"/>
            <a:chOff x="0" y="2536120"/>
            <a:chExt cx="9144000" cy="1011043"/>
          </a:xfrm>
        </p:grpSpPr>
        <p:sp>
          <p:nvSpPr>
            <p:cNvPr id="58" name="Google Shape;594;p39">
              <a:extLst>
                <a:ext uri="{FF2B5EF4-FFF2-40B4-BE49-F238E27FC236}">
                  <a16:creationId xmlns:a16="http://schemas.microsoft.com/office/drawing/2014/main" id="{50921073-1AD5-4BF4-B917-0BD453041470}"/>
                </a:ext>
              </a:extLst>
            </p:cNvPr>
            <p:cNvSpPr/>
            <p:nvPr/>
          </p:nvSpPr>
          <p:spPr>
            <a:xfrm>
              <a:off x="0" y="2536120"/>
              <a:ext cx="9144000" cy="1011043"/>
            </a:xfrm>
            <a:custGeom>
              <a:avLst/>
              <a:gdLst/>
              <a:ahLst/>
              <a:cxnLst/>
              <a:rect l="l" t="t" r="r" b="b"/>
              <a:pathLst>
                <a:path w="12192000" h="1348058" extrusionOk="0">
                  <a:moveTo>
                    <a:pt x="12192000" y="0"/>
                  </a:moveTo>
                  <a:lnTo>
                    <a:pt x="10837333" y="0"/>
                  </a:lnTo>
                  <a:cubicBezTo>
                    <a:pt x="10463295" y="0"/>
                    <a:pt x="10160000" y="301773"/>
                    <a:pt x="10160000" y="674029"/>
                  </a:cubicBezTo>
                  <a:lnTo>
                    <a:pt x="10160000" y="674029"/>
                  </a:lnTo>
                  <a:cubicBezTo>
                    <a:pt x="10160000" y="1046281"/>
                    <a:pt x="9856705" y="1348059"/>
                    <a:pt x="9482667" y="1348059"/>
                  </a:cubicBezTo>
                  <a:lnTo>
                    <a:pt x="9482667" y="1348059"/>
                  </a:lnTo>
                  <a:cubicBezTo>
                    <a:pt x="9108581" y="1348059"/>
                    <a:pt x="8805333" y="1046281"/>
                    <a:pt x="8805333" y="674029"/>
                  </a:cubicBezTo>
                  <a:lnTo>
                    <a:pt x="8805333" y="674029"/>
                  </a:lnTo>
                  <a:cubicBezTo>
                    <a:pt x="8805333" y="301773"/>
                    <a:pt x="8502086" y="0"/>
                    <a:pt x="8128000" y="0"/>
                  </a:cubicBezTo>
                  <a:lnTo>
                    <a:pt x="8128000" y="0"/>
                  </a:lnTo>
                  <a:cubicBezTo>
                    <a:pt x="7753915" y="0"/>
                    <a:pt x="7450667" y="301773"/>
                    <a:pt x="7450667" y="674029"/>
                  </a:cubicBezTo>
                  <a:lnTo>
                    <a:pt x="7450667" y="674029"/>
                  </a:lnTo>
                  <a:cubicBezTo>
                    <a:pt x="7450667" y="1046281"/>
                    <a:pt x="7147419" y="1348059"/>
                    <a:pt x="6773334" y="1348059"/>
                  </a:cubicBezTo>
                  <a:lnTo>
                    <a:pt x="6773334" y="1348059"/>
                  </a:lnTo>
                  <a:cubicBezTo>
                    <a:pt x="6399248" y="1348059"/>
                    <a:pt x="6096000" y="1046281"/>
                    <a:pt x="6096000" y="674029"/>
                  </a:cubicBezTo>
                  <a:lnTo>
                    <a:pt x="6096000" y="674029"/>
                  </a:lnTo>
                  <a:cubicBezTo>
                    <a:pt x="6096000" y="301773"/>
                    <a:pt x="5792753" y="0"/>
                    <a:pt x="5418667" y="0"/>
                  </a:cubicBezTo>
                  <a:lnTo>
                    <a:pt x="5418667" y="0"/>
                  </a:lnTo>
                  <a:cubicBezTo>
                    <a:pt x="5044581" y="0"/>
                    <a:pt x="4741334" y="301773"/>
                    <a:pt x="4741334" y="674029"/>
                  </a:cubicBezTo>
                  <a:lnTo>
                    <a:pt x="4741334" y="674029"/>
                  </a:lnTo>
                  <a:cubicBezTo>
                    <a:pt x="4741334" y="1046281"/>
                    <a:pt x="4438076" y="1348059"/>
                    <a:pt x="4064000" y="1348059"/>
                  </a:cubicBezTo>
                  <a:lnTo>
                    <a:pt x="4064000" y="1348059"/>
                  </a:lnTo>
                  <a:cubicBezTo>
                    <a:pt x="3689924" y="1348059"/>
                    <a:pt x="3386667" y="1046281"/>
                    <a:pt x="3386667" y="674029"/>
                  </a:cubicBezTo>
                  <a:lnTo>
                    <a:pt x="3386667" y="674029"/>
                  </a:lnTo>
                  <a:cubicBezTo>
                    <a:pt x="3386667" y="301773"/>
                    <a:pt x="3083410" y="0"/>
                    <a:pt x="2709333" y="0"/>
                  </a:cubicBezTo>
                  <a:lnTo>
                    <a:pt x="2709333" y="0"/>
                  </a:lnTo>
                  <a:cubicBezTo>
                    <a:pt x="2335257" y="0"/>
                    <a:pt x="2032000" y="301773"/>
                    <a:pt x="2032000" y="674029"/>
                  </a:cubicBezTo>
                  <a:lnTo>
                    <a:pt x="2032000" y="674029"/>
                  </a:lnTo>
                  <a:cubicBezTo>
                    <a:pt x="2032000" y="1046281"/>
                    <a:pt x="1728743" y="1348059"/>
                    <a:pt x="1354667" y="1348059"/>
                  </a:cubicBezTo>
                  <a:lnTo>
                    <a:pt x="0" y="1348059"/>
                  </a:lnTo>
                </a:path>
              </a:pathLst>
            </a:custGeom>
            <a:noFill/>
            <a:ln w="228600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Vazir" panose="020B0603030804020204" pitchFamily="34" charset="-78"/>
                <a:ea typeface="Calibri"/>
                <a:cs typeface="Vazir" panose="020B0603030804020204" pitchFamily="34" charset="-78"/>
                <a:sym typeface="Calibri"/>
              </a:endParaRPr>
            </a:p>
          </p:txBody>
        </p:sp>
        <p:sp>
          <p:nvSpPr>
            <p:cNvPr id="59" name="Google Shape;595;p39">
              <a:extLst>
                <a:ext uri="{FF2B5EF4-FFF2-40B4-BE49-F238E27FC236}">
                  <a16:creationId xmlns:a16="http://schemas.microsoft.com/office/drawing/2014/main" id="{80BD9715-5D54-48BA-8232-EBD61376B29C}"/>
                </a:ext>
              </a:extLst>
            </p:cNvPr>
            <p:cNvSpPr/>
            <p:nvPr/>
          </p:nvSpPr>
          <p:spPr>
            <a:xfrm>
              <a:off x="0" y="2536120"/>
              <a:ext cx="9144000" cy="1011043"/>
            </a:xfrm>
            <a:custGeom>
              <a:avLst/>
              <a:gdLst/>
              <a:ahLst/>
              <a:cxnLst/>
              <a:rect l="l" t="t" r="r" b="b"/>
              <a:pathLst>
                <a:path w="12192000" h="1348058" extrusionOk="0">
                  <a:moveTo>
                    <a:pt x="12192000" y="0"/>
                  </a:moveTo>
                  <a:lnTo>
                    <a:pt x="10837333" y="0"/>
                  </a:lnTo>
                  <a:cubicBezTo>
                    <a:pt x="10463295" y="0"/>
                    <a:pt x="10160000" y="301773"/>
                    <a:pt x="10160000" y="674029"/>
                  </a:cubicBezTo>
                  <a:lnTo>
                    <a:pt x="10160000" y="674029"/>
                  </a:lnTo>
                  <a:cubicBezTo>
                    <a:pt x="10160000" y="1046281"/>
                    <a:pt x="9856705" y="1348059"/>
                    <a:pt x="9482667" y="1348059"/>
                  </a:cubicBezTo>
                  <a:lnTo>
                    <a:pt x="9482667" y="1348059"/>
                  </a:lnTo>
                  <a:cubicBezTo>
                    <a:pt x="9108581" y="1348059"/>
                    <a:pt x="8805333" y="1046281"/>
                    <a:pt x="8805333" y="674029"/>
                  </a:cubicBezTo>
                  <a:lnTo>
                    <a:pt x="8805333" y="674029"/>
                  </a:lnTo>
                  <a:cubicBezTo>
                    <a:pt x="8805333" y="301773"/>
                    <a:pt x="8502086" y="0"/>
                    <a:pt x="8128000" y="0"/>
                  </a:cubicBezTo>
                  <a:lnTo>
                    <a:pt x="8128000" y="0"/>
                  </a:lnTo>
                  <a:cubicBezTo>
                    <a:pt x="7753915" y="0"/>
                    <a:pt x="7450667" y="301773"/>
                    <a:pt x="7450667" y="674029"/>
                  </a:cubicBezTo>
                  <a:lnTo>
                    <a:pt x="7450667" y="674029"/>
                  </a:lnTo>
                  <a:cubicBezTo>
                    <a:pt x="7450667" y="1046281"/>
                    <a:pt x="7147419" y="1348059"/>
                    <a:pt x="6773334" y="1348059"/>
                  </a:cubicBezTo>
                  <a:lnTo>
                    <a:pt x="6773334" y="1348059"/>
                  </a:lnTo>
                  <a:cubicBezTo>
                    <a:pt x="6399248" y="1348059"/>
                    <a:pt x="6096000" y="1046281"/>
                    <a:pt x="6096000" y="674029"/>
                  </a:cubicBezTo>
                  <a:lnTo>
                    <a:pt x="6096000" y="674029"/>
                  </a:lnTo>
                  <a:cubicBezTo>
                    <a:pt x="6096000" y="301773"/>
                    <a:pt x="5792753" y="0"/>
                    <a:pt x="5418667" y="0"/>
                  </a:cubicBezTo>
                  <a:lnTo>
                    <a:pt x="5418667" y="0"/>
                  </a:lnTo>
                  <a:cubicBezTo>
                    <a:pt x="5044581" y="0"/>
                    <a:pt x="4741334" y="301773"/>
                    <a:pt x="4741334" y="674029"/>
                  </a:cubicBezTo>
                  <a:lnTo>
                    <a:pt x="4741334" y="674029"/>
                  </a:lnTo>
                  <a:cubicBezTo>
                    <a:pt x="4741334" y="1046281"/>
                    <a:pt x="4438076" y="1348059"/>
                    <a:pt x="4064000" y="1348059"/>
                  </a:cubicBezTo>
                  <a:lnTo>
                    <a:pt x="4064000" y="1348059"/>
                  </a:lnTo>
                  <a:cubicBezTo>
                    <a:pt x="3689924" y="1348059"/>
                    <a:pt x="3386667" y="1046281"/>
                    <a:pt x="3386667" y="674029"/>
                  </a:cubicBezTo>
                  <a:lnTo>
                    <a:pt x="3386667" y="674029"/>
                  </a:lnTo>
                  <a:cubicBezTo>
                    <a:pt x="3386667" y="301773"/>
                    <a:pt x="3083410" y="0"/>
                    <a:pt x="2709333" y="0"/>
                  </a:cubicBezTo>
                  <a:lnTo>
                    <a:pt x="2709333" y="0"/>
                  </a:lnTo>
                  <a:cubicBezTo>
                    <a:pt x="2335257" y="0"/>
                    <a:pt x="2032000" y="301773"/>
                    <a:pt x="2032000" y="674029"/>
                  </a:cubicBezTo>
                  <a:lnTo>
                    <a:pt x="2032000" y="674029"/>
                  </a:lnTo>
                  <a:cubicBezTo>
                    <a:pt x="2032000" y="1046281"/>
                    <a:pt x="1728743" y="1348059"/>
                    <a:pt x="1354667" y="1348059"/>
                  </a:cubicBezTo>
                  <a:lnTo>
                    <a:pt x="0" y="1348059"/>
                  </a:lnTo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dash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Vazir" panose="020B0603030804020204" pitchFamily="34" charset="-78"/>
                <a:ea typeface="Calibri"/>
                <a:cs typeface="Vazir" panose="020B0603030804020204" pitchFamily="34" charset="-78"/>
                <a:sym typeface="Calibri"/>
              </a:endParaRPr>
            </a:p>
          </p:txBody>
        </p:sp>
      </p:grpSp>
      <p:sp>
        <p:nvSpPr>
          <p:cNvPr id="122" name="Google Shape;616;p39">
            <a:extLst>
              <a:ext uri="{FF2B5EF4-FFF2-40B4-BE49-F238E27FC236}">
                <a16:creationId xmlns:a16="http://schemas.microsoft.com/office/drawing/2014/main" id="{F29FF600-2F87-4B4C-95EA-EF55460CBCEA}"/>
              </a:ext>
            </a:extLst>
          </p:cNvPr>
          <p:cNvSpPr txBox="1"/>
          <p:nvPr/>
        </p:nvSpPr>
        <p:spPr>
          <a:xfrm>
            <a:off x="8372054" y="2255511"/>
            <a:ext cx="727517" cy="194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900" dirty="0">
                <a:solidFill>
                  <a:schemeClr val="dk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rPr>
              <a:t>روش پیشنهادی</a:t>
            </a:r>
            <a:endParaRPr sz="900" dirty="0">
              <a:solidFill>
                <a:schemeClr val="dk1"/>
              </a:solidFill>
              <a:latin typeface="Vazir" panose="020B0603030804020204" pitchFamily="34" charset="-78"/>
              <a:ea typeface="Catamaran"/>
              <a:cs typeface="Vazir" panose="020B0603030804020204" pitchFamily="34" charset="-78"/>
              <a:sym typeface="Catamaran"/>
            </a:endParaRPr>
          </a:p>
        </p:txBody>
      </p: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A2931612-A263-42C4-9F74-FD8FD8FE4783}"/>
              </a:ext>
            </a:extLst>
          </p:cNvPr>
          <p:cNvGrpSpPr/>
          <p:nvPr/>
        </p:nvGrpSpPr>
        <p:grpSpPr>
          <a:xfrm>
            <a:off x="6958941" y="1229022"/>
            <a:ext cx="334744" cy="334744"/>
            <a:chOff x="5858533" y="3371391"/>
            <a:chExt cx="334744" cy="334744"/>
          </a:xfrm>
        </p:grpSpPr>
        <p:sp>
          <p:nvSpPr>
            <p:cNvPr id="161" name="Google Shape;606;p39">
              <a:extLst>
                <a:ext uri="{FF2B5EF4-FFF2-40B4-BE49-F238E27FC236}">
                  <a16:creationId xmlns:a16="http://schemas.microsoft.com/office/drawing/2014/main" id="{9A8714E9-F157-4C6C-8C36-CF5D87D403B3}"/>
                </a:ext>
              </a:extLst>
            </p:cNvPr>
            <p:cNvSpPr/>
            <p:nvPr/>
          </p:nvSpPr>
          <p:spPr>
            <a:xfrm rot="2637262">
              <a:off x="5858533" y="3371391"/>
              <a:ext cx="334744" cy="334744"/>
            </a:xfrm>
            <a:prstGeom prst="teardrop">
              <a:avLst>
                <a:gd name="adj" fmla="val 95976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  <p:sp>
          <p:nvSpPr>
            <p:cNvPr id="162" name="Google Shape;607;p39">
              <a:extLst>
                <a:ext uri="{FF2B5EF4-FFF2-40B4-BE49-F238E27FC236}">
                  <a16:creationId xmlns:a16="http://schemas.microsoft.com/office/drawing/2014/main" id="{7BBF0579-51AE-48EA-A3E0-5FBFDD196F32}"/>
                </a:ext>
              </a:extLst>
            </p:cNvPr>
            <p:cNvSpPr/>
            <p:nvPr/>
          </p:nvSpPr>
          <p:spPr>
            <a:xfrm flipH="1">
              <a:off x="5958855" y="3478265"/>
              <a:ext cx="134100" cy="13409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a-IR" sz="800" dirty="0">
                  <a:solidFill>
                    <a:schemeClr val="dk1"/>
                  </a:solidFill>
                  <a:latin typeface="Vazir FD-WOL" panose="020B0603030804020204" pitchFamily="34" charset="-78"/>
                  <a:ea typeface="Catamaran"/>
                  <a:cs typeface="Vazir FD-WOL" panose="020B0603030804020204" pitchFamily="34" charset="-78"/>
                  <a:sym typeface="Catamaran"/>
                </a:rPr>
                <a:t>2</a:t>
              </a:r>
              <a:endParaRPr sz="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F607B433-AF5E-4FE8-A066-3EDBF6E125E8}"/>
              </a:ext>
            </a:extLst>
          </p:cNvPr>
          <p:cNvGrpSpPr/>
          <p:nvPr/>
        </p:nvGrpSpPr>
        <p:grpSpPr>
          <a:xfrm>
            <a:off x="8616854" y="1901496"/>
            <a:ext cx="334744" cy="334744"/>
            <a:chOff x="5858533" y="3371391"/>
            <a:chExt cx="334744" cy="334744"/>
          </a:xfrm>
        </p:grpSpPr>
        <p:sp>
          <p:nvSpPr>
            <p:cNvPr id="170" name="Google Shape;606;p39">
              <a:extLst>
                <a:ext uri="{FF2B5EF4-FFF2-40B4-BE49-F238E27FC236}">
                  <a16:creationId xmlns:a16="http://schemas.microsoft.com/office/drawing/2014/main" id="{D23848B0-940E-4BA6-9198-E37E59821155}"/>
                </a:ext>
              </a:extLst>
            </p:cNvPr>
            <p:cNvSpPr/>
            <p:nvPr/>
          </p:nvSpPr>
          <p:spPr>
            <a:xfrm rot="13248051">
              <a:off x="5858533" y="3371391"/>
              <a:ext cx="334744" cy="334744"/>
            </a:xfrm>
            <a:prstGeom prst="teardrop">
              <a:avLst>
                <a:gd name="adj" fmla="val 95976"/>
              </a:avLst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  <p:sp>
          <p:nvSpPr>
            <p:cNvPr id="171" name="Google Shape;607;p39">
              <a:extLst>
                <a:ext uri="{FF2B5EF4-FFF2-40B4-BE49-F238E27FC236}">
                  <a16:creationId xmlns:a16="http://schemas.microsoft.com/office/drawing/2014/main" id="{3161D906-0AB7-4435-B6E0-65FA3088814F}"/>
                </a:ext>
              </a:extLst>
            </p:cNvPr>
            <p:cNvSpPr/>
            <p:nvPr/>
          </p:nvSpPr>
          <p:spPr>
            <a:xfrm flipH="1">
              <a:off x="5958855" y="3478265"/>
              <a:ext cx="134100" cy="13409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a-IR" sz="800" dirty="0">
                  <a:solidFill>
                    <a:schemeClr val="dk1"/>
                  </a:solidFill>
                  <a:latin typeface="Vazir FD-WOL" panose="020B0603030804020204" pitchFamily="34" charset="-78"/>
                  <a:ea typeface="Catamaran"/>
                  <a:cs typeface="Vazir FD-WOL" panose="020B0603030804020204" pitchFamily="34" charset="-78"/>
                  <a:sym typeface="Catamaran"/>
                </a:rPr>
                <a:t>3</a:t>
              </a:r>
              <a:endParaRPr sz="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</p:grp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85FB2DA9-9820-4E5E-A3C0-913754982C04}"/>
              </a:ext>
            </a:extLst>
          </p:cNvPr>
          <p:cNvGrpSpPr/>
          <p:nvPr/>
        </p:nvGrpSpPr>
        <p:grpSpPr>
          <a:xfrm>
            <a:off x="8619860" y="488928"/>
            <a:ext cx="334744" cy="334744"/>
            <a:chOff x="5858533" y="3371391"/>
            <a:chExt cx="334744" cy="334744"/>
          </a:xfrm>
        </p:grpSpPr>
        <p:sp>
          <p:nvSpPr>
            <p:cNvPr id="176" name="Google Shape;606;p39">
              <a:extLst>
                <a:ext uri="{FF2B5EF4-FFF2-40B4-BE49-F238E27FC236}">
                  <a16:creationId xmlns:a16="http://schemas.microsoft.com/office/drawing/2014/main" id="{BFA6331C-330F-4A0C-8BEC-20A79F762588}"/>
                </a:ext>
              </a:extLst>
            </p:cNvPr>
            <p:cNvSpPr/>
            <p:nvPr/>
          </p:nvSpPr>
          <p:spPr>
            <a:xfrm rot="13248051">
              <a:off x="5858533" y="3371391"/>
              <a:ext cx="334744" cy="334744"/>
            </a:xfrm>
            <a:prstGeom prst="teardrop">
              <a:avLst>
                <a:gd name="adj" fmla="val 95976"/>
              </a:avLst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  <p:sp>
          <p:nvSpPr>
            <p:cNvPr id="177" name="Google Shape;607;p39">
              <a:extLst>
                <a:ext uri="{FF2B5EF4-FFF2-40B4-BE49-F238E27FC236}">
                  <a16:creationId xmlns:a16="http://schemas.microsoft.com/office/drawing/2014/main" id="{9F67978A-2AB8-458F-BBAE-796DDE89B0BF}"/>
                </a:ext>
              </a:extLst>
            </p:cNvPr>
            <p:cNvSpPr/>
            <p:nvPr/>
          </p:nvSpPr>
          <p:spPr>
            <a:xfrm flipH="1">
              <a:off x="5958855" y="3478265"/>
              <a:ext cx="134100" cy="13409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a-IR" sz="800" dirty="0">
                  <a:solidFill>
                    <a:schemeClr val="dk1"/>
                  </a:solidFill>
                  <a:latin typeface="Vazir FD-WOL" panose="020B0603030804020204" pitchFamily="34" charset="-78"/>
                  <a:ea typeface="Catamaran"/>
                  <a:cs typeface="Vazir FD-WOL" panose="020B0603030804020204" pitchFamily="34" charset="-78"/>
                  <a:sym typeface="Catamaran"/>
                </a:rPr>
                <a:t>1</a:t>
              </a:r>
              <a:endParaRPr sz="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</p:grp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705762E8-5DA5-46C0-B527-8EB0E2381A3A}"/>
              </a:ext>
            </a:extLst>
          </p:cNvPr>
          <p:cNvGrpSpPr/>
          <p:nvPr/>
        </p:nvGrpSpPr>
        <p:grpSpPr>
          <a:xfrm>
            <a:off x="8613156" y="3244845"/>
            <a:ext cx="334744" cy="334744"/>
            <a:chOff x="5858533" y="3371391"/>
            <a:chExt cx="334744" cy="334744"/>
          </a:xfrm>
        </p:grpSpPr>
        <p:sp>
          <p:nvSpPr>
            <p:cNvPr id="179" name="Google Shape;606;p39">
              <a:extLst>
                <a:ext uri="{FF2B5EF4-FFF2-40B4-BE49-F238E27FC236}">
                  <a16:creationId xmlns:a16="http://schemas.microsoft.com/office/drawing/2014/main" id="{1C268A1C-94D1-45A0-8AAB-024E02FECA32}"/>
                </a:ext>
              </a:extLst>
            </p:cNvPr>
            <p:cNvSpPr/>
            <p:nvPr/>
          </p:nvSpPr>
          <p:spPr>
            <a:xfrm rot="13248051">
              <a:off x="5858533" y="3371391"/>
              <a:ext cx="334744" cy="334744"/>
            </a:xfrm>
            <a:prstGeom prst="teardrop">
              <a:avLst>
                <a:gd name="adj" fmla="val 95976"/>
              </a:avLst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  <p:sp>
          <p:nvSpPr>
            <p:cNvPr id="180" name="Google Shape;607;p39">
              <a:extLst>
                <a:ext uri="{FF2B5EF4-FFF2-40B4-BE49-F238E27FC236}">
                  <a16:creationId xmlns:a16="http://schemas.microsoft.com/office/drawing/2014/main" id="{40FDC796-3573-41A2-8118-388C2B9B2C51}"/>
                </a:ext>
              </a:extLst>
            </p:cNvPr>
            <p:cNvSpPr/>
            <p:nvPr/>
          </p:nvSpPr>
          <p:spPr>
            <a:xfrm flipH="1">
              <a:off x="5958855" y="3478265"/>
              <a:ext cx="134100" cy="13409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a-IR" sz="800" dirty="0">
                  <a:solidFill>
                    <a:schemeClr val="dk1"/>
                  </a:solidFill>
                  <a:latin typeface="Vazir FD-WOL" panose="020B0603030804020204" pitchFamily="34" charset="-78"/>
                  <a:ea typeface="Catamaran"/>
                  <a:cs typeface="Vazir FD-WOL" panose="020B0603030804020204" pitchFamily="34" charset="-78"/>
                  <a:sym typeface="Catamaran"/>
                </a:rPr>
                <a:t>5</a:t>
              </a:r>
              <a:endParaRPr sz="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</p:grpSp>
      <p:grpSp>
        <p:nvGrpSpPr>
          <p:cNvPr id="181" name="Group 180">
            <a:extLst>
              <a:ext uri="{FF2B5EF4-FFF2-40B4-BE49-F238E27FC236}">
                <a16:creationId xmlns:a16="http://schemas.microsoft.com/office/drawing/2014/main" id="{380C664D-E262-42DF-9AF4-C6DA7AD3878D}"/>
              </a:ext>
            </a:extLst>
          </p:cNvPr>
          <p:cNvGrpSpPr/>
          <p:nvPr/>
        </p:nvGrpSpPr>
        <p:grpSpPr>
          <a:xfrm>
            <a:off x="6958941" y="2571750"/>
            <a:ext cx="334744" cy="334744"/>
            <a:chOff x="5858533" y="3371391"/>
            <a:chExt cx="334744" cy="334744"/>
          </a:xfrm>
        </p:grpSpPr>
        <p:sp>
          <p:nvSpPr>
            <p:cNvPr id="182" name="Google Shape;606;p39">
              <a:extLst>
                <a:ext uri="{FF2B5EF4-FFF2-40B4-BE49-F238E27FC236}">
                  <a16:creationId xmlns:a16="http://schemas.microsoft.com/office/drawing/2014/main" id="{8D4DD1D8-DC73-417E-87FD-1AAB18F94AA8}"/>
                </a:ext>
              </a:extLst>
            </p:cNvPr>
            <p:cNvSpPr/>
            <p:nvPr/>
          </p:nvSpPr>
          <p:spPr>
            <a:xfrm rot="2637262">
              <a:off x="5858533" y="3371391"/>
              <a:ext cx="334744" cy="334744"/>
            </a:xfrm>
            <a:prstGeom prst="teardrop">
              <a:avLst>
                <a:gd name="adj" fmla="val 95976"/>
              </a:avLst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  <p:sp>
          <p:nvSpPr>
            <p:cNvPr id="183" name="Google Shape;607;p39">
              <a:extLst>
                <a:ext uri="{FF2B5EF4-FFF2-40B4-BE49-F238E27FC236}">
                  <a16:creationId xmlns:a16="http://schemas.microsoft.com/office/drawing/2014/main" id="{39033152-8FC9-4C4E-854F-CEF81B77D2D2}"/>
                </a:ext>
              </a:extLst>
            </p:cNvPr>
            <p:cNvSpPr/>
            <p:nvPr/>
          </p:nvSpPr>
          <p:spPr>
            <a:xfrm flipH="1">
              <a:off x="5958855" y="3478265"/>
              <a:ext cx="134100" cy="13409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a-IR" sz="800" dirty="0">
                  <a:solidFill>
                    <a:schemeClr val="dk1"/>
                  </a:solidFill>
                  <a:latin typeface="Vazir FD-WOL" panose="020B0603030804020204" pitchFamily="34" charset="-78"/>
                  <a:ea typeface="Catamaran"/>
                  <a:cs typeface="Vazir FD-WOL" panose="020B0603030804020204" pitchFamily="34" charset="-78"/>
                  <a:sym typeface="Catamaran"/>
                </a:rPr>
                <a:t>4</a:t>
              </a:r>
              <a:endParaRPr sz="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</p:grp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E845D49F-CFC4-4A8D-843F-F2B2EE601941}"/>
              </a:ext>
            </a:extLst>
          </p:cNvPr>
          <p:cNvGrpSpPr/>
          <p:nvPr/>
        </p:nvGrpSpPr>
        <p:grpSpPr>
          <a:xfrm>
            <a:off x="6958941" y="3958304"/>
            <a:ext cx="334744" cy="334744"/>
            <a:chOff x="5858533" y="3371391"/>
            <a:chExt cx="334744" cy="334744"/>
          </a:xfrm>
        </p:grpSpPr>
        <p:sp>
          <p:nvSpPr>
            <p:cNvPr id="185" name="Google Shape;606;p39">
              <a:extLst>
                <a:ext uri="{FF2B5EF4-FFF2-40B4-BE49-F238E27FC236}">
                  <a16:creationId xmlns:a16="http://schemas.microsoft.com/office/drawing/2014/main" id="{E0339356-B776-4ADB-BB33-A8E458CBF95F}"/>
                </a:ext>
              </a:extLst>
            </p:cNvPr>
            <p:cNvSpPr/>
            <p:nvPr/>
          </p:nvSpPr>
          <p:spPr>
            <a:xfrm rot="2637262">
              <a:off x="5858533" y="3371391"/>
              <a:ext cx="334744" cy="334744"/>
            </a:xfrm>
            <a:prstGeom prst="teardrop">
              <a:avLst>
                <a:gd name="adj" fmla="val 95976"/>
              </a:avLst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  <p:sp>
          <p:nvSpPr>
            <p:cNvPr id="186" name="Google Shape;607;p39">
              <a:extLst>
                <a:ext uri="{FF2B5EF4-FFF2-40B4-BE49-F238E27FC236}">
                  <a16:creationId xmlns:a16="http://schemas.microsoft.com/office/drawing/2014/main" id="{2B15C32B-08E3-4776-9818-46FF5A149C67}"/>
                </a:ext>
              </a:extLst>
            </p:cNvPr>
            <p:cNvSpPr/>
            <p:nvPr/>
          </p:nvSpPr>
          <p:spPr>
            <a:xfrm flipH="1">
              <a:off x="5958855" y="3478265"/>
              <a:ext cx="134100" cy="13409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a-IR" sz="800" dirty="0">
                  <a:solidFill>
                    <a:schemeClr val="dk1"/>
                  </a:solidFill>
                  <a:latin typeface="Vazir FD-WOL" panose="020B0603030804020204" pitchFamily="34" charset="-78"/>
                  <a:ea typeface="Catamaran"/>
                  <a:cs typeface="Vazir FD-WOL" panose="020B0603030804020204" pitchFamily="34" charset="-78"/>
                  <a:sym typeface="Catamaran"/>
                </a:rPr>
                <a:t>6</a:t>
              </a:r>
              <a:endParaRPr sz="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</p:grpSp>
      <p:sp>
        <p:nvSpPr>
          <p:cNvPr id="187" name="Google Shape;616;p39">
            <a:extLst>
              <a:ext uri="{FF2B5EF4-FFF2-40B4-BE49-F238E27FC236}">
                <a16:creationId xmlns:a16="http://schemas.microsoft.com/office/drawing/2014/main" id="{C328D034-AE93-43FA-BFFB-D797D269CA48}"/>
              </a:ext>
            </a:extLst>
          </p:cNvPr>
          <p:cNvSpPr txBox="1"/>
          <p:nvPr/>
        </p:nvSpPr>
        <p:spPr>
          <a:xfrm>
            <a:off x="8418152" y="777961"/>
            <a:ext cx="623993" cy="35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900" dirty="0">
                <a:solidFill>
                  <a:schemeClr val="dk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rPr>
              <a:t>مقدمه و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900" dirty="0">
                <a:solidFill>
                  <a:schemeClr val="dk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rPr>
              <a:t>بیان مسئله</a:t>
            </a:r>
            <a:endParaRPr sz="900" dirty="0">
              <a:solidFill>
                <a:schemeClr val="dk1"/>
              </a:solidFill>
              <a:latin typeface="Vazir" panose="020B0603030804020204" pitchFamily="34" charset="-78"/>
              <a:ea typeface="Catamaran"/>
              <a:cs typeface="Vazir" panose="020B0603030804020204" pitchFamily="34" charset="-78"/>
              <a:sym typeface="Catamaran"/>
            </a:endParaRPr>
          </a:p>
        </p:txBody>
      </p:sp>
      <p:sp>
        <p:nvSpPr>
          <p:cNvPr id="188" name="Google Shape;616;p39">
            <a:extLst>
              <a:ext uri="{FF2B5EF4-FFF2-40B4-BE49-F238E27FC236}">
                <a16:creationId xmlns:a16="http://schemas.microsoft.com/office/drawing/2014/main" id="{D43DA39D-0842-40F5-8CC7-6A6E67896929}"/>
              </a:ext>
            </a:extLst>
          </p:cNvPr>
          <p:cNvSpPr txBox="1"/>
          <p:nvPr/>
        </p:nvSpPr>
        <p:spPr>
          <a:xfrm>
            <a:off x="6803098" y="1633055"/>
            <a:ext cx="635502" cy="134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900" dirty="0">
                <a:solidFill>
                  <a:schemeClr val="dk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rPr>
              <a:t>مفاهیم</a:t>
            </a:r>
            <a:endParaRPr sz="900" dirty="0">
              <a:solidFill>
                <a:schemeClr val="dk1"/>
              </a:solidFill>
              <a:latin typeface="Vazir" panose="020B0603030804020204" pitchFamily="34" charset="-78"/>
              <a:ea typeface="Catamaran"/>
              <a:cs typeface="Vazir" panose="020B0603030804020204" pitchFamily="34" charset="-78"/>
              <a:sym typeface="Catamaran"/>
            </a:endParaRPr>
          </a:p>
        </p:txBody>
      </p:sp>
      <p:sp>
        <p:nvSpPr>
          <p:cNvPr id="189" name="Google Shape;616;p39">
            <a:extLst>
              <a:ext uri="{FF2B5EF4-FFF2-40B4-BE49-F238E27FC236}">
                <a16:creationId xmlns:a16="http://schemas.microsoft.com/office/drawing/2014/main" id="{65E30DE2-FAF6-45DC-973F-655CF47BC284}"/>
              </a:ext>
            </a:extLst>
          </p:cNvPr>
          <p:cNvSpPr txBox="1"/>
          <p:nvPr/>
        </p:nvSpPr>
        <p:spPr>
          <a:xfrm>
            <a:off x="8372053" y="3698163"/>
            <a:ext cx="727517" cy="194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900" dirty="0">
                <a:solidFill>
                  <a:schemeClr val="dk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rPr>
              <a:t>جمع‌بندی و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900" dirty="0">
                <a:solidFill>
                  <a:schemeClr val="dk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rPr>
              <a:t>پیشنهادات</a:t>
            </a:r>
          </a:p>
        </p:txBody>
      </p:sp>
      <p:sp>
        <p:nvSpPr>
          <p:cNvPr id="190" name="Google Shape;616;p39">
            <a:extLst>
              <a:ext uri="{FF2B5EF4-FFF2-40B4-BE49-F238E27FC236}">
                <a16:creationId xmlns:a16="http://schemas.microsoft.com/office/drawing/2014/main" id="{F6A7202D-3D79-4933-90E6-90207491F687}"/>
              </a:ext>
            </a:extLst>
          </p:cNvPr>
          <p:cNvSpPr txBox="1"/>
          <p:nvPr/>
        </p:nvSpPr>
        <p:spPr>
          <a:xfrm>
            <a:off x="6757091" y="2903363"/>
            <a:ext cx="727517" cy="194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900" dirty="0">
                <a:solidFill>
                  <a:schemeClr val="dk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rPr>
              <a:t>نتایج</a:t>
            </a:r>
            <a:endParaRPr sz="900" dirty="0">
              <a:solidFill>
                <a:schemeClr val="dk1"/>
              </a:solidFill>
              <a:latin typeface="Vazir" panose="020B0603030804020204" pitchFamily="34" charset="-78"/>
              <a:ea typeface="Catamaran"/>
              <a:cs typeface="Vazir" panose="020B0603030804020204" pitchFamily="34" charset="-78"/>
              <a:sym typeface="Catamaran"/>
            </a:endParaRPr>
          </a:p>
        </p:txBody>
      </p:sp>
      <p:sp>
        <p:nvSpPr>
          <p:cNvPr id="191" name="Google Shape;616;p39">
            <a:extLst>
              <a:ext uri="{FF2B5EF4-FFF2-40B4-BE49-F238E27FC236}">
                <a16:creationId xmlns:a16="http://schemas.microsoft.com/office/drawing/2014/main" id="{5772928D-7B6B-4F34-99FE-3F6CF6BE10FB}"/>
              </a:ext>
            </a:extLst>
          </p:cNvPr>
          <p:cNvSpPr txBox="1"/>
          <p:nvPr/>
        </p:nvSpPr>
        <p:spPr>
          <a:xfrm>
            <a:off x="6803098" y="4427975"/>
            <a:ext cx="727517" cy="194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900" dirty="0">
                <a:solidFill>
                  <a:schemeClr val="dk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rPr>
              <a:t>پاسخگویی به سؤالات</a:t>
            </a:r>
            <a:endParaRPr sz="900" dirty="0">
              <a:solidFill>
                <a:schemeClr val="dk1"/>
              </a:solidFill>
              <a:latin typeface="Vazir" panose="020B0603030804020204" pitchFamily="34" charset="-78"/>
              <a:ea typeface="Catamaran"/>
              <a:cs typeface="Vazir" panose="020B0603030804020204" pitchFamily="34" charset="-78"/>
              <a:sym typeface="Catamaran"/>
            </a:endParaRPr>
          </a:p>
        </p:txBody>
      </p:sp>
      <p:sp>
        <p:nvSpPr>
          <p:cNvPr id="192" name="Google Shape;120;p7">
            <a:extLst>
              <a:ext uri="{FF2B5EF4-FFF2-40B4-BE49-F238E27FC236}">
                <a16:creationId xmlns:a16="http://schemas.microsoft.com/office/drawing/2014/main" id="{4A7A9DB2-86BD-43FB-B38F-A71CB541AAC1}"/>
              </a:ext>
            </a:extLst>
          </p:cNvPr>
          <p:cNvSpPr txBox="1">
            <a:spLocks/>
          </p:cNvSpPr>
          <p:nvPr/>
        </p:nvSpPr>
        <p:spPr>
          <a:xfrm>
            <a:off x="114716" y="656300"/>
            <a:ext cx="1199437" cy="39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3970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00" b="0" i="0" u="none" strike="noStrike" cap="none">
                <a:solidFill>
                  <a:schemeClr val="tx1">
                    <a:lumMod val="90000"/>
                    <a:lumOff val="10000"/>
                  </a:schemeClr>
                </a:solidFill>
                <a:latin typeface="Vazir" panose="020B0603030804020204" pitchFamily="34" charset="-78"/>
                <a:ea typeface="Arial"/>
                <a:cs typeface="Vazir" panose="020B0603030804020204" pitchFamily="34" charset="-78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⬡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⬡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a-IR" dirty="0"/>
              <a:t>دانشگاه اصفهان</a:t>
            </a:r>
          </a:p>
          <a:p>
            <a:r>
              <a:rPr lang="fa-IR" dirty="0"/>
              <a:t>دانشکده مهندسی کامپیوتر</a:t>
            </a:r>
          </a:p>
          <a:p>
            <a:r>
              <a:rPr lang="fa-IR" dirty="0"/>
              <a:t>گروه مهندسی فناوری اطلاعات</a:t>
            </a:r>
          </a:p>
        </p:txBody>
      </p:sp>
      <p:sp>
        <p:nvSpPr>
          <p:cNvPr id="193" name="Google Shape;239;p17">
            <a:extLst>
              <a:ext uri="{FF2B5EF4-FFF2-40B4-BE49-F238E27FC236}">
                <a16:creationId xmlns:a16="http://schemas.microsoft.com/office/drawing/2014/main" id="{433169B9-33CE-4384-97B2-534E57CAFC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4533" y="366505"/>
            <a:ext cx="6010500" cy="39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2400">
                <a:latin typeface="Vazir" panose="020B0603030804020204" pitchFamily="34" charset="-78"/>
                <a:cs typeface="Vazir" panose="020B0603030804020204" pitchFamily="34" charset="-78"/>
              </a:rPr>
              <a:t>مراحل اجرای رادیومیکس</a:t>
            </a:r>
            <a:endParaRPr sz="2400" dirty="0">
              <a:latin typeface="Vazir" panose="020B0603030804020204" pitchFamily="34" charset="-78"/>
              <a:cs typeface="Vazir" panose="020B0603030804020204" pitchFamily="34" charset="-78"/>
            </a:endParaRPr>
          </a:p>
        </p:txBody>
      </p:sp>
      <p:sp>
        <p:nvSpPr>
          <p:cNvPr id="217" name="Google Shape;125;p8">
            <a:extLst>
              <a:ext uri="{FF2B5EF4-FFF2-40B4-BE49-F238E27FC236}">
                <a16:creationId xmlns:a16="http://schemas.microsoft.com/office/drawing/2014/main" id="{1C9D5385-CA31-4C5C-BA9E-4B4243D6E0D2}"/>
              </a:ext>
            </a:extLst>
          </p:cNvPr>
          <p:cNvSpPr/>
          <p:nvPr/>
        </p:nvSpPr>
        <p:spPr>
          <a:xfrm>
            <a:off x="8574184" y="4822960"/>
            <a:ext cx="525386" cy="271414"/>
          </a:xfrm>
          <a:custGeom>
            <a:avLst/>
            <a:gdLst/>
            <a:ahLst/>
            <a:cxnLst/>
            <a:rect l="l" t="t" r="r" b="b"/>
            <a:pathLst>
              <a:path w="21598" h="21315" extrusionOk="0">
                <a:moveTo>
                  <a:pt x="21599" y="14389"/>
                </a:moveTo>
                <a:lnTo>
                  <a:pt x="21599" y="6924"/>
                </a:lnTo>
                <a:cubicBezTo>
                  <a:pt x="21599" y="5784"/>
                  <a:pt x="20918" y="4730"/>
                  <a:pt x="19814" y="4161"/>
                </a:cubicBezTo>
                <a:lnTo>
                  <a:pt x="12583" y="428"/>
                </a:lnTo>
                <a:cubicBezTo>
                  <a:pt x="11478" y="-142"/>
                  <a:pt x="10118" y="-142"/>
                  <a:pt x="9013" y="428"/>
                </a:cubicBezTo>
                <a:lnTo>
                  <a:pt x="1783" y="4161"/>
                </a:lnTo>
                <a:cubicBezTo>
                  <a:pt x="679" y="4731"/>
                  <a:pt x="0" y="5784"/>
                  <a:pt x="0" y="6924"/>
                </a:cubicBezTo>
                <a:lnTo>
                  <a:pt x="0" y="14392"/>
                </a:lnTo>
                <a:cubicBezTo>
                  <a:pt x="1" y="15532"/>
                  <a:pt x="681" y="16585"/>
                  <a:pt x="1785" y="17155"/>
                </a:cubicBezTo>
                <a:lnTo>
                  <a:pt x="9016" y="20888"/>
                </a:lnTo>
                <a:cubicBezTo>
                  <a:pt x="10120" y="21458"/>
                  <a:pt x="11481" y="21458"/>
                  <a:pt x="12585" y="20888"/>
                </a:cubicBezTo>
                <a:lnTo>
                  <a:pt x="19816" y="17155"/>
                </a:lnTo>
                <a:cubicBezTo>
                  <a:pt x="20920" y="16584"/>
                  <a:pt x="21600" y="15530"/>
                  <a:pt x="21599" y="14389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fa-IR" sz="1000" i="0" u="none" strike="noStrike" cap="none" dirty="0">
                <a:solidFill>
                  <a:schemeClr val="bg1"/>
                </a:solidFill>
                <a:latin typeface="Vazir FD-WOL" panose="020B0603030804020204" pitchFamily="34" charset="-78"/>
                <a:cs typeface="Vazir FD-WOL" panose="020B0603030804020204" pitchFamily="34" charset="-78"/>
              </a:rPr>
              <a:t>8</a:t>
            </a:r>
            <a:r>
              <a:rPr lang="fa-IR" sz="1000" i="0" u="none" strike="noStrike" cap="none" dirty="0">
                <a:solidFill>
                  <a:schemeClr val="bg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از </a:t>
            </a:r>
            <a:r>
              <a:rPr lang="fa-IR" sz="1000" i="0" u="none" strike="noStrike" cap="none" dirty="0">
                <a:solidFill>
                  <a:schemeClr val="bg1"/>
                </a:solidFill>
                <a:latin typeface="Vazir FD-WOL" panose="020B0603030804020204" pitchFamily="34" charset="-78"/>
                <a:cs typeface="Vazir FD-WOL" panose="020B0603030804020204" pitchFamily="34" charset="-78"/>
              </a:rPr>
              <a:t>19</a:t>
            </a:r>
            <a:endParaRPr sz="1000" i="0" u="none" strike="noStrike" cap="none" dirty="0">
              <a:solidFill>
                <a:schemeClr val="bg1"/>
              </a:solidFill>
              <a:latin typeface="Vazir FD-WOL" panose="020B0603030804020204" pitchFamily="34" charset="-78"/>
              <a:cs typeface="Vazir FD-WOL" panose="020B0603030804020204" pitchFamily="34" charset="-78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CFC54B-4694-4505-9E2B-3121592C42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887" y="1172864"/>
            <a:ext cx="6424812" cy="3555817"/>
          </a:xfrm>
          <a:prstGeom prst="rect">
            <a:avLst/>
          </a:prstGeom>
        </p:spPr>
      </p:pic>
      <p:sp>
        <p:nvSpPr>
          <p:cNvPr id="38" name="Google Shape;239;p17">
            <a:extLst>
              <a:ext uri="{FF2B5EF4-FFF2-40B4-BE49-F238E27FC236}">
                <a16:creationId xmlns:a16="http://schemas.microsoft.com/office/drawing/2014/main" id="{F3B6A83D-6ACB-4F8A-82E4-E4123898E5BC}"/>
              </a:ext>
            </a:extLst>
          </p:cNvPr>
          <p:cNvSpPr txBox="1">
            <a:spLocks/>
          </p:cNvSpPr>
          <p:nvPr/>
        </p:nvSpPr>
        <p:spPr>
          <a:xfrm>
            <a:off x="2299340" y="2024946"/>
            <a:ext cx="1161316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>
            <a:pPr algn="r" rtl="1"/>
            <a:r>
              <a:rPr lang="fa-IR" sz="1500" dirty="0">
                <a:solidFill>
                  <a:schemeClr val="tx1">
                    <a:lumMod val="90000"/>
                    <a:lumOff val="10000"/>
                  </a:schemeClr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پردازش تصویر</a:t>
            </a:r>
          </a:p>
        </p:txBody>
      </p:sp>
      <p:sp>
        <p:nvSpPr>
          <p:cNvPr id="39" name="Google Shape;239;p17">
            <a:extLst>
              <a:ext uri="{FF2B5EF4-FFF2-40B4-BE49-F238E27FC236}">
                <a16:creationId xmlns:a16="http://schemas.microsoft.com/office/drawing/2014/main" id="{8CC344B1-BAD5-4555-991F-785745DFBC32}"/>
              </a:ext>
            </a:extLst>
          </p:cNvPr>
          <p:cNvSpPr txBox="1">
            <a:spLocks/>
          </p:cNvSpPr>
          <p:nvPr/>
        </p:nvSpPr>
        <p:spPr>
          <a:xfrm>
            <a:off x="508739" y="2023633"/>
            <a:ext cx="1431171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>
            <a:pPr algn="r" rtl="1"/>
            <a:r>
              <a:rPr lang="fa-IR" sz="1500" dirty="0">
                <a:solidFill>
                  <a:schemeClr val="tx1">
                    <a:lumMod val="90000"/>
                    <a:lumOff val="10000"/>
                  </a:schemeClr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تقسیم‌بندی تصویر</a:t>
            </a:r>
          </a:p>
        </p:txBody>
      </p:sp>
      <p:sp>
        <p:nvSpPr>
          <p:cNvPr id="40" name="Google Shape;239;p17">
            <a:extLst>
              <a:ext uri="{FF2B5EF4-FFF2-40B4-BE49-F238E27FC236}">
                <a16:creationId xmlns:a16="http://schemas.microsoft.com/office/drawing/2014/main" id="{137ACFCB-A8E7-4984-86E6-3923EACB72C9}"/>
              </a:ext>
            </a:extLst>
          </p:cNvPr>
          <p:cNvSpPr txBox="1">
            <a:spLocks/>
          </p:cNvSpPr>
          <p:nvPr/>
        </p:nvSpPr>
        <p:spPr>
          <a:xfrm>
            <a:off x="3951017" y="1027051"/>
            <a:ext cx="1199437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>
            <a:pPr algn="r" rtl="1"/>
            <a:r>
              <a:rPr lang="fa-IR" sz="1500" dirty="0">
                <a:solidFill>
                  <a:schemeClr val="tx1">
                    <a:lumMod val="90000"/>
                    <a:lumOff val="10000"/>
                  </a:schemeClr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استخراج ویژگی</a:t>
            </a:r>
          </a:p>
        </p:txBody>
      </p:sp>
      <p:sp>
        <p:nvSpPr>
          <p:cNvPr id="41" name="Google Shape;239;p17">
            <a:extLst>
              <a:ext uri="{FF2B5EF4-FFF2-40B4-BE49-F238E27FC236}">
                <a16:creationId xmlns:a16="http://schemas.microsoft.com/office/drawing/2014/main" id="{9145A312-4816-43B0-87E2-8C1C699E4725}"/>
              </a:ext>
            </a:extLst>
          </p:cNvPr>
          <p:cNvSpPr txBox="1">
            <a:spLocks/>
          </p:cNvSpPr>
          <p:nvPr/>
        </p:nvSpPr>
        <p:spPr>
          <a:xfrm>
            <a:off x="5538546" y="2023633"/>
            <a:ext cx="1083720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>
            <a:pPr algn="r" rtl="1"/>
            <a:r>
              <a:rPr lang="fa-IR" sz="1500" dirty="0">
                <a:solidFill>
                  <a:schemeClr val="tx1">
                    <a:lumMod val="90000"/>
                    <a:lumOff val="10000"/>
                  </a:schemeClr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انتخاب ویژگی</a:t>
            </a:r>
          </a:p>
        </p:txBody>
      </p:sp>
    </p:spTree>
    <p:extLst>
      <p:ext uri="{BB962C8B-B14F-4D97-AF65-F5344CB8AC3E}">
        <p14:creationId xmlns:p14="http://schemas.microsoft.com/office/powerpoint/2010/main" val="6721802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92EB0CC-A94B-419A-A4FA-3D53B5B5D1DD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ar-BH" dirty="0">
                <a:latin typeface="Vazir" panose="020B0603030804020204" pitchFamily="34" charset="-78"/>
                <a:cs typeface="Vazir" panose="020B0603030804020204" pitchFamily="34" charset="-78"/>
              </a:rPr>
              <a:t>سحر سرکار - تحلیل ویژگی‌های رادیومیکس برای تشخیص عفونت در ریه - شهریور </a:t>
            </a:r>
            <a:r>
              <a:rPr lang="ar-BH" dirty="0">
                <a:latin typeface="Vazir FD-WOL" panose="020B0603030804020204" pitchFamily="34" charset="-78"/>
                <a:cs typeface="Vazir FD-WOL" panose="020B0603030804020204" pitchFamily="34" charset="-78"/>
              </a:rPr>
              <a:t>1400</a:t>
            </a:r>
            <a:endParaRPr lang="en-US" dirty="0">
              <a:latin typeface="Vazir FD-WOL" panose="020B0603030804020204" pitchFamily="34" charset="-78"/>
              <a:cs typeface="Vazir FD-WOL" panose="020B0603030804020204" pitchFamily="34" charset="-78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5A031A7-13FD-47CE-A02B-DE9AC34C57FE}"/>
              </a:ext>
            </a:extLst>
          </p:cNvPr>
          <p:cNvGrpSpPr/>
          <p:nvPr/>
        </p:nvGrpSpPr>
        <p:grpSpPr>
          <a:xfrm rot="16200000">
            <a:off x="4892224" y="1966620"/>
            <a:ext cx="6152709" cy="886850"/>
            <a:chOff x="0" y="2536120"/>
            <a:chExt cx="9144000" cy="1011043"/>
          </a:xfrm>
        </p:grpSpPr>
        <p:sp>
          <p:nvSpPr>
            <p:cNvPr id="58" name="Google Shape;594;p39">
              <a:extLst>
                <a:ext uri="{FF2B5EF4-FFF2-40B4-BE49-F238E27FC236}">
                  <a16:creationId xmlns:a16="http://schemas.microsoft.com/office/drawing/2014/main" id="{50921073-1AD5-4BF4-B917-0BD453041470}"/>
                </a:ext>
              </a:extLst>
            </p:cNvPr>
            <p:cNvSpPr/>
            <p:nvPr/>
          </p:nvSpPr>
          <p:spPr>
            <a:xfrm>
              <a:off x="0" y="2536120"/>
              <a:ext cx="9144000" cy="1011043"/>
            </a:xfrm>
            <a:custGeom>
              <a:avLst/>
              <a:gdLst/>
              <a:ahLst/>
              <a:cxnLst/>
              <a:rect l="l" t="t" r="r" b="b"/>
              <a:pathLst>
                <a:path w="12192000" h="1348058" extrusionOk="0">
                  <a:moveTo>
                    <a:pt x="12192000" y="0"/>
                  </a:moveTo>
                  <a:lnTo>
                    <a:pt x="10837333" y="0"/>
                  </a:lnTo>
                  <a:cubicBezTo>
                    <a:pt x="10463295" y="0"/>
                    <a:pt x="10160000" y="301773"/>
                    <a:pt x="10160000" y="674029"/>
                  </a:cubicBezTo>
                  <a:lnTo>
                    <a:pt x="10160000" y="674029"/>
                  </a:lnTo>
                  <a:cubicBezTo>
                    <a:pt x="10160000" y="1046281"/>
                    <a:pt x="9856705" y="1348059"/>
                    <a:pt x="9482667" y="1348059"/>
                  </a:cubicBezTo>
                  <a:lnTo>
                    <a:pt x="9482667" y="1348059"/>
                  </a:lnTo>
                  <a:cubicBezTo>
                    <a:pt x="9108581" y="1348059"/>
                    <a:pt x="8805333" y="1046281"/>
                    <a:pt x="8805333" y="674029"/>
                  </a:cubicBezTo>
                  <a:lnTo>
                    <a:pt x="8805333" y="674029"/>
                  </a:lnTo>
                  <a:cubicBezTo>
                    <a:pt x="8805333" y="301773"/>
                    <a:pt x="8502086" y="0"/>
                    <a:pt x="8128000" y="0"/>
                  </a:cubicBezTo>
                  <a:lnTo>
                    <a:pt x="8128000" y="0"/>
                  </a:lnTo>
                  <a:cubicBezTo>
                    <a:pt x="7753915" y="0"/>
                    <a:pt x="7450667" y="301773"/>
                    <a:pt x="7450667" y="674029"/>
                  </a:cubicBezTo>
                  <a:lnTo>
                    <a:pt x="7450667" y="674029"/>
                  </a:lnTo>
                  <a:cubicBezTo>
                    <a:pt x="7450667" y="1046281"/>
                    <a:pt x="7147419" y="1348059"/>
                    <a:pt x="6773334" y="1348059"/>
                  </a:cubicBezTo>
                  <a:lnTo>
                    <a:pt x="6773334" y="1348059"/>
                  </a:lnTo>
                  <a:cubicBezTo>
                    <a:pt x="6399248" y="1348059"/>
                    <a:pt x="6096000" y="1046281"/>
                    <a:pt x="6096000" y="674029"/>
                  </a:cubicBezTo>
                  <a:lnTo>
                    <a:pt x="6096000" y="674029"/>
                  </a:lnTo>
                  <a:cubicBezTo>
                    <a:pt x="6096000" y="301773"/>
                    <a:pt x="5792753" y="0"/>
                    <a:pt x="5418667" y="0"/>
                  </a:cubicBezTo>
                  <a:lnTo>
                    <a:pt x="5418667" y="0"/>
                  </a:lnTo>
                  <a:cubicBezTo>
                    <a:pt x="5044581" y="0"/>
                    <a:pt x="4741334" y="301773"/>
                    <a:pt x="4741334" y="674029"/>
                  </a:cubicBezTo>
                  <a:lnTo>
                    <a:pt x="4741334" y="674029"/>
                  </a:lnTo>
                  <a:cubicBezTo>
                    <a:pt x="4741334" y="1046281"/>
                    <a:pt x="4438076" y="1348059"/>
                    <a:pt x="4064000" y="1348059"/>
                  </a:cubicBezTo>
                  <a:lnTo>
                    <a:pt x="4064000" y="1348059"/>
                  </a:lnTo>
                  <a:cubicBezTo>
                    <a:pt x="3689924" y="1348059"/>
                    <a:pt x="3386667" y="1046281"/>
                    <a:pt x="3386667" y="674029"/>
                  </a:cubicBezTo>
                  <a:lnTo>
                    <a:pt x="3386667" y="674029"/>
                  </a:lnTo>
                  <a:cubicBezTo>
                    <a:pt x="3386667" y="301773"/>
                    <a:pt x="3083410" y="0"/>
                    <a:pt x="2709333" y="0"/>
                  </a:cubicBezTo>
                  <a:lnTo>
                    <a:pt x="2709333" y="0"/>
                  </a:lnTo>
                  <a:cubicBezTo>
                    <a:pt x="2335257" y="0"/>
                    <a:pt x="2032000" y="301773"/>
                    <a:pt x="2032000" y="674029"/>
                  </a:cubicBezTo>
                  <a:lnTo>
                    <a:pt x="2032000" y="674029"/>
                  </a:lnTo>
                  <a:cubicBezTo>
                    <a:pt x="2032000" y="1046281"/>
                    <a:pt x="1728743" y="1348059"/>
                    <a:pt x="1354667" y="1348059"/>
                  </a:cubicBezTo>
                  <a:lnTo>
                    <a:pt x="0" y="1348059"/>
                  </a:lnTo>
                </a:path>
              </a:pathLst>
            </a:custGeom>
            <a:noFill/>
            <a:ln w="228600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Vazir" panose="020B0603030804020204" pitchFamily="34" charset="-78"/>
                <a:ea typeface="Calibri"/>
                <a:cs typeface="Vazir" panose="020B0603030804020204" pitchFamily="34" charset="-78"/>
                <a:sym typeface="Calibri"/>
              </a:endParaRPr>
            </a:p>
          </p:txBody>
        </p:sp>
        <p:sp>
          <p:nvSpPr>
            <p:cNvPr id="59" name="Google Shape;595;p39">
              <a:extLst>
                <a:ext uri="{FF2B5EF4-FFF2-40B4-BE49-F238E27FC236}">
                  <a16:creationId xmlns:a16="http://schemas.microsoft.com/office/drawing/2014/main" id="{80BD9715-5D54-48BA-8232-EBD61376B29C}"/>
                </a:ext>
              </a:extLst>
            </p:cNvPr>
            <p:cNvSpPr/>
            <p:nvPr/>
          </p:nvSpPr>
          <p:spPr>
            <a:xfrm>
              <a:off x="0" y="2536120"/>
              <a:ext cx="9144000" cy="1011043"/>
            </a:xfrm>
            <a:custGeom>
              <a:avLst/>
              <a:gdLst/>
              <a:ahLst/>
              <a:cxnLst/>
              <a:rect l="l" t="t" r="r" b="b"/>
              <a:pathLst>
                <a:path w="12192000" h="1348058" extrusionOk="0">
                  <a:moveTo>
                    <a:pt x="12192000" y="0"/>
                  </a:moveTo>
                  <a:lnTo>
                    <a:pt x="10837333" y="0"/>
                  </a:lnTo>
                  <a:cubicBezTo>
                    <a:pt x="10463295" y="0"/>
                    <a:pt x="10160000" y="301773"/>
                    <a:pt x="10160000" y="674029"/>
                  </a:cubicBezTo>
                  <a:lnTo>
                    <a:pt x="10160000" y="674029"/>
                  </a:lnTo>
                  <a:cubicBezTo>
                    <a:pt x="10160000" y="1046281"/>
                    <a:pt x="9856705" y="1348059"/>
                    <a:pt x="9482667" y="1348059"/>
                  </a:cubicBezTo>
                  <a:lnTo>
                    <a:pt x="9482667" y="1348059"/>
                  </a:lnTo>
                  <a:cubicBezTo>
                    <a:pt x="9108581" y="1348059"/>
                    <a:pt x="8805333" y="1046281"/>
                    <a:pt x="8805333" y="674029"/>
                  </a:cubicBezTo>
                  <a:lnTo>
                    <a:pt x="8805333" y="674029"/>
                  </a:lnTo>
                  <a:cubicBezTo>
                    <a:pt x="8805333" y="301773"/>
                    <a:pt x="8502086" y="0"/>
                    <a:pt x="8128000" y="0"/>
                  </a:cubicBezTo>
                  <a:lnTo>
                    <a:pt x="8128000" y="0"/>
                  </a:lnTo>
                  <a:cubicBezTo>
                    <a:pt x="7753915" y="0"/>
                    <a:pt x="7450667" y="301773"/>
                    <a:pt x="7450667" y="674029"/>
                  </a:cubicBezTo>
                  <a:lnTo>
                    <a:pt x="7450667" y="674029"/>
                  </a:lnTo>
                  <a:cubicBezTo>
                    <a:pt x="7450667" y="1046281"/>
                    <a:pt x="7147419" y="1348059"/>
                    <a:pt x="6773334" y="1348059"/>
                  </a:cubicBezTo>
                  <a:lnTo>
                    <a:pt x="6773334" y="1348059"/>
                  </a:lnTo>
                  <a:cubicBezTo>
                    <a:pt x="6399248" y="1348059"/>
                    <a:pt x="6096000" y="1046281"/>
                    <a:pt x="6096000" y="674029"/>
                  </a:cubicBezTo>
                  <a:lnTo>
                    <a:pt x="6096000" y="674029"/>
                  </a:lnTo>
                  <a:cubicBezTo>
                    <a:pt x="6096000" y="301773"/>
                    <a:pt x="5792753" y="0"/>
                    <a:pt x="5418667" y="0"/>
                  </a:cubicBezTo>
                  <a:lnTo>
                    <a:pt x="5418667" y="0"/>
                  </a:lnTo>
                  <a:cubicBezTo>
                    <a:pt x="5044581" y="0"/>
                    <a:pt x="4741334" y="301773"/>
                    <a:pt x="4741334" y="674029"/>
                  </a:cubicBezTo>
                  <a:lnTo>
                    <a:pt x="4741334" y="674029"/>
                  </a:lnTo>
                  <a:cubicBezTo>
                    <a:pt x="4741334" y="1046281"/>
                    <a:pt x="4438076" y="1348059"/>
                    <a:pt x="4064000" y="1348059"/>
                  </a:cubicBezTo>
                  <a:lnTo>
                    <a:pt x="4064000" y="1348059"/>
                  </a:lnTo>
                  <a:cubicBezTo>
                    <a:pt x="3689924" y="1348059"/>
                    <a:pt x="3386667" y="1046281"/>
                    <a:pt x="3386667" y="674029"/>
                  </a:cubicBezTo>
                  <a:lnTo>
                    <a:pt x="3386667" y="674029"/>
                  </a:lnTo>
                  <a:cubicBezTo>
                    <a:pt x="3386667" y="301773"/>
                    <a:pt x="3083410" y="0"/>
                    <a:pt x="2709333" y="0"/>
                  </a:cubicBezTo>
                  <a:lnTo>
                    <a:pt x="2709333" y="0"/>
                  </a:lnTo>
                  <a:cubicBezTo>
                    <a:pt x="2335257" y="0"/>
                    <a:pt x="2032000" y="301773"/>
                    <a:pt x="2032000" y="674029"/>
                  </a:cubicBezTo>
                  <a:lnTo>
                    <a:pt x="2032000" y="674029"/>
                  </a:lnTo>
                  <a:cubicBezTo>
                    <a:pt x="2032000" y="1046281"/>
                    <a:pt x="1728743" y="1348059"/>
                    <a:pt x="1354667" y="1348059"/>
                  </a:cubicBezTo>
                  <a:lnTo>
                    <a:pt x="0" y="1348059"/>
                  </a:lnTo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dash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Vazir" panose="020B0603030804020204" pitchFamily="34" charset="-78"/>
                <a:ea typeface="Calibri"/>
                <a:cs typeface="Vazir" panose="020B0603030804020204" pitchFamily="34" charset="-78"/>
                <a:sym typeface="Calibri"/>
              </a:endParaRPr>
            </a:p>
          </p:txBody>
        </p:sp>
      </p:grpSp>
      <p:sp>
        <p:nvSpPr>
          <p:cNvPr id="122" name="Google Shape;616;p39">
            <a:extLst>
              <a:ext uri="{FF2B5EF4-FFF2-40B4-BE49-F238E27FC236}">
                <a16:creationId xmlns:a16="http://schemas.microsoft.com/office/drawing/2014/main" id="{F29FF600-2F87-4B4C-95EA-EF55460CBCEA}"/>
              </a:ext>
            </a:extLst>
          </p:cNvPr>
          <p:cNvSpPr txBox="1"/>
          <p:nvPr/>
        </p:nvSpPr>
        <p:spPr>
          <a:xfrm>
            <a:off x="8372054" y="2255511"/>
            <a:ext cx="727517" cy="194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900" dirty="0">
                <a:solidFill>
                  <a:schemeClr val="dk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rPr>
              <a:t>روش پیشنهادی</a:t>
            </a:r>
            <a:endParaRPr sz="900" dirty="0">
              <a:solidFill>
                <a:schemeClr val="dk1"/>
              </a:solidFill>
              <a:latin typeface="Vazir" panose="020B0603030804020204" pitchFamily="34" charset="-78"/>
              <a:ea typeface="Catamaran"/>
              <a:cs typeface="Vazir" panose="020B0603030804020204" pitchFamily="34" charset="-78"/>
              <a:sym typeface="Catamaran"/>
            </a:endParaRPr>
          </a:p>
        </p:txBody>
      </p: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A2931612-A263-42C4-9F74-FD8FD8FE4783}"/>
              </a:ext>
            </a:extLst>
          </p:cNvPr>
          <p:cNvGrpSpPr/>
          <p:nvPr/>
        </p:nvGrpSpPr>
        <p:grpSpPr>
          <a:xfrm>
            <a:off x="6958941" y="1229022"/>
            <a:ext cx="334744" cy="334744"/>
            <a:chOff x="5858533" y="3371391"/>
            <a:chExt cx="334744" cy="334744"/>
          </a:xfrm>
        </p:grpSpPr>
        <p:sp>
          <p:nvSpPr>
            <p:cNvPr id="161" name="Google Shape;606;p39">
              <a:extLst>
                <a:ext uri="{FF2B5EF4-FFF2-40B4-BE49-F238E27FC236}">
                  <a16:creationId xmlns:a16="http://schemas.microsoft.com/office/drawing/2014/main" id="{9A8714E9-F157-4C6C-8C36-CF5D87D403B3}"/>
                </a:ext>
              </a:extLst>
            </p:cNvPr>
            <p:cNvSpPr/>
            <p:nvPr/>
          </p:nvSpPr>
          <p:spPr>
            <a:xfrm rot="2637262">
              <a:off x="5858533" y="3371391"/>
              <a:ext cx="334744" cy="334744"/>
            </a:xfrm>
            <a:prstGeom prst="teardrop">
              <a:avLst>
                <a:gd name="adj" fmla="val 95976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  <p:sp>
          <p:nvSpPr>
            <p:cNvPr id="162" name="Google Shape;607;p39">
              <a:extLst>
                <a:ext uri="{FF2B5EF4-FFF2-40B4-BE49-F238E27FC236}">
                  <a16:creationId xmlns:a16="http://schemas.microsoft.com/office/drawing/2014/main" id="{7BBF0579-51AE-48EA-A3E0-5FBFDD196F32}"/>
                </a:ext>
              </a:extLst>
            </p:cNvPr>
            <p:cNvSpPr/>
            <p:nvPr/>
          </p:nvSpPr>
          <p:spPr>
            <a:xfrm flipH="1">
              <a:off x="5958855" y="3478265"/>
              <a:ext cx="134100" cy="13409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a-IR" sz="800" dirty="0">
                  <a:solidFill>
                    <a:schemeClr val="dk1"/>
                  </a:solidFill>
                  <a:latin typeface="Vazir FD-WOL" panose="020B0603030804020204" pitchFamily="34" charset="-78"/>
                  <a:ea typeface="Catamaran"/>
                  <a:cs typeface="Vazir FD-WOL" panose="020B0603030804020204" pitchFamily="34" charset="-78"/>
                  <a:sym typeface="Catamaran"/>
                </a:rPr>
                <a:t>2</a:t>
              </a:r>
              <a:endParaRPr sz="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F607B433-AF5E-4FE8-A066-3EDBF6E125E8}"/>
              </a:ext>
            </a:extLst>
          </p:cNvPr>
          <p:cNvGrpSpPr/>
          <p:nvPr/>
        </p:nvGrpSpPr>
        <p:grpSpPr>
          <a:xfrm>
            <a:off x="8616854" y="1901496"/>
            <a:ext cx="334744" cy="334744"/>
            <a:chOff x="5858533" y="3371391"/>
            <a:chExt cx="334744" cy="334744"/>
          </a:xfrm>
        </p:grpSpPr>
        <p:sp>
          <p:nvSpPr>
            <p:cNvPr id="170" name="Google Shape;606;p39">
              <a:extLst>
                <a:ext uri="{FF2B5EF4-FFF2-40B4-BE49-F238E27FC236}">
                  <a16:creationId xmlns:a16="http://schemas.microsoft.com/office/drawing/2014/main" id="{D23848B0-940E-4BA6-9198-E37E59821155}"/>
                </a:ext>
              </a:extLst>
            </p:cNvPr>
            <p:cNvSpPr/>
            <p:nvPr/>
          </p:nvSpPr>
          <p:spPr>
            <a:xfrm rot="13248051">
              <a:off x="5858533" y="3371391"/>
              <a:ext cx="334744" cy="334744"/>
            </a:xfrm>
            <a:prstGeom prst="teardrop">
              <a:avLst>
                <a:gd name="adj" fmla="val 95976"/>
              </a:avLst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  <p:sp>
          <p:nvSpPr>
            <p:cNvPr id="171" name="Google Shape;607;p39">
              <a:extLst>
                <a:ext uri="{FF2B5EF4-FFF2-40B4-BE49-F238E27FC236}">
                  <a16:creationId xmlns:a16="http://schemas.microsoft.com/office/drawing/2014/main" id="{3161D906-0AB7-4435-B6E0-65FA3088814F}"/>
                </a:ext>
              </a:extLst>
            </p:cNvPr>
            <p:cNvSpPr/>
            <p:nvPr/>
          </p:nvSpPr>
          <p:spPr>
            <a:xfrm flipH="1">
              <a:off x="5958855" y="3478265"/>
              <a:ext cx="134100" cy="13409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a-IR" sz="800" dirty="0">
                  <a:solidFill>
                    <a:schemeClr val="dk1"/>
                  </a:solidFill>
                  <a:latin typeface="Vazir FD-WOL" panose="020B0603030804020204" pitchFamily="34" charset="-78"/>
                  <a:ea typeface="Catamaran"/>
                  <a:cs typeface="Vazir FD-WOL" panose="020B0603030804020204" pitchFamily="34" charset="-78"/>
                  <a:sym typeface="Catamaran"/>
                </a:rPr>
                <a:t>3</a:t>
              </a:r>
              <a:endParaRPr sz="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</p:grp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85FB2DA9-9820-4E5E-A3C0-913754982C04}"/>
              </a:ext>
            </a:extLst>
          </p:cNvPr>
          <p:cNvGrpSpPr/>
          <p:nvPr/>
        </p:nvGrpSpPr>
        <p:grpSpPr>
          <a:xfrm>
            <a:off x="8619860" y="488928"/>
            <a:ext cx="334744" cy="334744"/>
            <a:chOff x="5858533" y="3371391"/>
            <a:chExt cx="334744" cy="334744"/>
          </a:xfrm>
        </p:grpSpPr>
        <p:sp>
          <p:nvSpPr>
            <p:cNvPr id="176" name="Google Shape;606;p39">
              <a:extLst>
                <a:ext uri="{FF2B5EF4-FFF2-40B4-BE49-F238E27FC236}">
                  <a16:creationId xmlns:a16="http://schemas.microsoft.com/office/drawing/2014/main" id="{BFA6331C-330F-4A0C-8BEC-20A79F762588}"/>
                </a:ext>
              </a:extLst>
            </p:cNvPr>
            <p:cNvSpPr/>
            <p:nvPr/>
          </p:nvSpPr>
          <p:spPr>
            <a:xfrm rot="13248051">
              <a:off x="5858533" y="3371391"/>
              <a:ext cx="334744" cy="334744"/>
            </a:xfrm>
            <a:prstGeom prst="teardrop">
              <a:avLst>
                <a:gd name="adj" fmla="val 95976"/>
              </a:avLst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  <p:sp>
          <p:nvSpPr>
            <p:cNvPr id="177" name="Google Shape;607;p39">
              <a:extLst>
                <a:ext uri="{FF2B5EF4-FFF2-40B4-BE49-F238E27FC236}">
                  <a16:creationId xmlns:a16="http://schemas.microsoft.com/office/drawing/2014/main" id="{9F67978A-2AB8-458F-BBAE-796DDE89B0BF}"/>
                </a:ext>
              </a:extLst>
            </p:cNvPr>
            <p:cNvSpPr/>
            <p:nvPr/>
          </p:nvSpPr>
          <p:spPr>
            <a:xfrm flipH="1">
              <a:off x="5958855" y="3478265"/>
              <a:ext cx="134100" cy="13409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a-IR" sz="800" dirty="0">
                  <a:solidFill>
                    <a:schemeClr val="dk1"/>
                  </a:solidFill>
                  <a:latin typeface="Vazir FD-WOL" panose="020B0603030804020204" pitchFamily="34" charset="-78"/>
                  <a:ea typeface="Catamaran"/>
                  <a:cs typeface="Vazir FD-WOL" panose="020B0603030804020204" pitchFamily="34" charset="-78"/>
                  <a:sym typeface="Catamaran"/>
                </a:rPr>
                <a:t>1</a:t>
              </a:r>
              <a:endParaRPr sz="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</p:grp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705762E8-5DA5-46C0-B527-8EB0E2381A3A}"/>
              </a:ext>
            </a:extLst>
          </p:cNvPr>
          <p:cNvGrpSpPr/>
          <p:nvPr/>
        </p:nvGrpSpPr>
        <p:grpSpPr>
          <a:xfrm>
            <a:off x="8613156" y="3244845"/>
            <a:ext cx="334744" cy="334744"/>
            <a:chOff x="5858533" y="3371391"/>
            <a:chExt cx="334744" cy="334744"/>
          </a:xfrm>
        </p:grpSpPr>
        <p:sp>
          <p:nvSpPr>
            <p:cNvPr id="179" name="Google Shape;606;p39">
              <a:extLst>
                <a:ext uri="{FF2B5EF4-FFF2-40B4-BE49-F238E27FC236}">
                  <a16:creationId xmlns:a16="http://schemas.microsoft.com/office/drawing/2014/main" id="{1C268A1C-94D1-45A0-8AAB-024E02FECA32}"/>
                </a:ext>
              </a:extLst>
            </p:cNvPr>
            <p:cNvSpPr/>
            <p:nvPr/>
          </p:nvSpPr>
          <p:spPr>
            <a:xfrm rot="13248051">
              <a:off x="5858533" y="3371391"/>
              <a:ext cx="334744" cy="334744"/>
            </a:xfrm>
            <a:prstGeom prst="teardrop">
              <a:avLst>
                <a:gd name="adj" fmla="val 95976"/>
              </a:avLst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  <p:sp>
          <p:nvSpPr>
            <p:cNvPr id="180" name="Google Shape;607;p39">
              <a:extLst>
                <a:ext uri="{FF2B5EF4-FFF2-40B4-BE49-F238E27FC236}">
                  <a16:creationId xmlns:a16="http://schemas.microsoft.com/office/drawing/2014/main" id="{40FDC796-3573-41A2-8118-388C2B9B2C51}"/>
                </a:ext>
              </a:extLst>
            </p:cNvPr>
            <p:cNvSpPr/>
            <p:nvPr/>
          </p:nvSpPr>
          <p:spPr>
            <a:xfrm flipH="1">
              <a:off x="5958855" y="3478265"/>
              <a:ext cx="134100" cy="13409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a-IR" sz="800" dirty="0">
                  <a:solidFill>
                    <a:schemeClr val="dk1"/>
                  </a:solidFill>
                  <a:latin typeface="Vazir FD-WOL" panose="020B0603030804020204" pitchFamily="34" charset="-78"/>
                  <a:ea typeface="Catamaran"/>
                  <a:cs typeface="Vazir FD-WOL" panose="020B0603030804020204" pitchFamily="34" charset="-78"/>
                  <a:sym typeface="Catamaran"/>
                </a:rPr>
                <a:t>5</a:t>
              </a:r>
              <a:endParaRPr sz="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</p:grpSp>
      <p:grpSp>
        <p:nvGrpSpPr>
          <p:cNvPr id="181" name="Group 180">
            <a:extLst>
              <a:ext uri="{FF2B5EF4-FFF2-40B4-BE49-F238E27FC236}">
                <a16:creationId xmlns:a16="http://schemas.microsoft.com/office/drawing/2014/main" id="{380C664D-E262-42DF-9AF4-C6DA7AD3878D}"/>
              </a:ext>
            </a:extLst>
          </p:cNvPr>
          <p:cNvGrpSpPr/>
          <p:nvPr/>
        </p:nvGrpSpPr>
        <p:grpSpPr>
          <a:xfrm>
            <a:off x="6958941" y="2571750"/>
            <a:ext cx="334744" cy="334744"/>
            <a:chOff x="5858533" y="3371391"/>
            <a:chExt cx="334744" cy="334744"/>
          </a:xfrm>
        </p:grpSpPr>
        <p:sp>
          <p:nvSpPr>
            <p:cNvPr id="182" name="Google Shape;606;p39">
              <a:extLst>
                <a:ext uri="{FF2B5EF4-FFF2-40B4-BE49-F238E27FC236}">
                  <a16:creationId xmlns:a16="http://schemas.microsoft.com/office/drawing/2014/main" id="{8D4DD1D8-DC73-417E-87FD-1AAB18F94AA8}"/>
                </a:ext>
              </a:extLst>
            </p:cNvPr>
            <p:cNvSpPr/>
            <p:nvPr/>
          </p:nvSpPr>
          <p:spPr>
            <a:xfrm rot="2637262">
              <a:off x="5858533" y="3371391"/>
              <a:ext cx="334744" cy="334744"/>
            </a:xfrm>
            <a:prstGeom prst="teardrop">
              <a:avLst>
                <a:gd name="adj" fmla="val 95976"/>
              </a:avLst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  <p:sp>
          <p:nvSpPr>
            <p:cNvPr id="183" name="Google Shape;607;p39">
              <a:extLst>
                <a:ext uri="{FF2B5EF4-FFF2-40B4-BE49-F238E27FC236}">
                  <a16:creationId xmlns:a16="http://schemas.microsoft.com/office/drawing/2014/main" id="{39033152-8FC9-4C4E-854F-CEF81B77D2D2}"/>
                </a:ext>
              </a:extLst>
            </p:cNvPr>
            <p:cNvSpPr/>
            <p:nvPr/>
          </p:nvSpPr>
          <p:spPr>
            <a:xfrm flipH="1">
              <a:off x="5958855" y="3478265"/>
              <a:ext cx="134100" cy="13409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a-IR" sz="800" dirty="0">
                  <a:solidFill>
                    <a:schemeClr val="dk1"/>
                  </a:solidFill>
                  <a:latin typeface="Vazir FD-WOL" panose="020B0603030804020204" pitchFamily="34" charset="-78"/>
                  <a:ea typeface="Catamaran"/>
                  <a:cs typeface="Vazir FD-WOL" panose="020B0603030804020204" pitchFamily="34" charset="-78"/>
                  <a:sym typeface="Catamaran"/>
                </a:rPr>
                <a:t>4</a:t>
              </a:r>
              <a:endParaRPr sz="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</p:grp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E845D49F-CFC4-4A8D-843F-F2B2EE601941}"/>
              </a:ext>
            </a:extLst>
          </p:cNvPr>
          <p:cNvGrpSpPr/>
          <p:nvPr/>
        </p:nvGrpSpPr>
        <p:grpSpPr>
          <a:xfrm>
            <a:off x="6958941" y="3958304"/>
            <a:ext cx="334744" cy="334744"/>
            <a:chOff x="5858533" y="3371391"/>
            <a:chExt cx="334744" cy="334744"/>
          </a:xfrm>
        </p:grpSpPr>
        <p:sp>
          <p:nvSpPr>
            <p:cNvPr id="185" name="Google Shape;606;p39">
              <a:extLst>
                <a:ext uri="{FF2B5EF4-FFF2-40B4-BE49-F238E27FC236}">
                  <a16:creationId xmlns:a16="http://schemas.microsoft.com/office/drawing/2014/main" id="{E0339356-B776-4ADB-BB33-A8E458CBF95F}"/>
                </a:ext>
              </a:extLst>
            </p:cNvPr>
            <p:cNvSpPr/>
            <p:nvPr/>
          </p:nvSpPr>
          <p:spPr>
            <a:xfrm rot="2637262">
              <a:off x="5858533" y="3371391"/>
              <a:ext cx="334744" cy="334744"/>
            </a:xfrm>
            <a:prstGeom prst="teardrop">
              <a:avLst>
                <a:gd name="adj" fmla="val 95976"/>
              </a:avLst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  <p:sp>
          <p:nvSpPr>
            <p:cNvPr id="186" name="Google Shape;607;p39">
              <a:extLst>
                <a:ext uri="{FF2B5EF4-FFF2-40B4-BE49-F238E27FC236}">
                  <a16:creationId xmlns:a16="http://schemas.microsoft.com/office/drawing/2014/main" id="{2B15C32B-08E3-4776-9818-46FF5A149C67}"/>
                </a:ext>
              </a:extLst>
            </p:cNvPr>
            <p:cNvSpPr/>
            <p:nvPr/>
          </p:nvSpPr>
          <p:spPr>
            <a:xfrm flipH="1">
              <a:off x="5958855" y="3478265"/>
              <a:ext cx="134100" cy="13409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a-IR" sz="800" dirty="0">
                  <a:solidFill>
                    <a:schemeClr val="dk1"/>
                  </a:solidFill>
                  <a:latin typeface="Vazir FD-WOL" panose="020B0603030804020204" pitchFamily="34" charset="-78"/>
                  <a:ea typeface="Catamaran"/>
                  <a:cs typeface="Vazir FD-WOL" panose="020B0603030804020204" pitchFamily="34" charset="-78"/>
                  <a:sym typeface="Catamaran"/>
                </a:rPr>
                <a:t>6</a:t>
              </a:r>
              <a:endParaRPr sz="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</p:grpSp>
      <p:sp>
        <p:nvSpPr>
          <p:cNvPr id="187" name="Google Shape;616;p39">
            <a:extLst>
              <a:ext uri="{FF2B5EF4-FFF2-40B4-BE49-F238E27FC236}">
                <a16:creationId xmlns:a16="http://schemas.microsoft.com/office/drawing/2014/main" id="{C328D034-AE93-43FA-BFFB-D797D269CA48}"/>
              </a:ext>
            </a:extLst>
          </p:cNvPr>
          <p:cNvSpPr txBox="1"/>
          <p:nvPr/>
        </p:nvSpPr>
        <p:spPr>
          <a:xfrm>
            <a:off x="8418152" y="777961"/>
            <a:ext cx="623993" cy="35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900" dirty="0">
                <a:solidFill>
                  <a:schemeClr val="dk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rPr>
              <a:t>مقدمه و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900" dirty="0">
                <a:solidFill>
                  <a:schemeClr val="dk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rPr>
              <a:t>بیان مسئله</a:t>
            </a:r>
            <a:endParaRPr sz="900" dirty="0">
              <a:solidFill>
                <a:schemeClr val="dk1"/>
              </a:solidFill>
              <a:latin typeface="Vazir" panose="020B0603030804020204" pitchFamily="34" charset="-78"/>
              <a:ea typeface="Catamaran"/>
              <a:cs typeface="Vazir" panose="020B0603030804020204" pitchFamily="34" charset="-78"/>
              <a:sym typeface="Catamaran"/>
            </a:endParaRPr>
          </a:p>
        </p:txBody>
      </p:sp>
      <p:sp>
        <p:nvSpPr>
          <p:cNvPr id="188" name="Google Shape;616;p39">
            <a:extLst>
              <a:ext uri="{FF2B5EF4-FFF2-40B4-BE49-F238E27FC236}">
                <a16:creationId xmlns:a16="http://schemas.microsoft.com/office/drawing/2014/main" id="{D43DA39D-0842-40F5-8CC7-6A6E67896929}"/>
              </a:ext>
            </a:extLst>
          </p:cNvPr>
          <p:cNvSpPr txBox="1"/>
          <p:nvPr/>
        </p:nvSpPr>
        <p:spPr>
          <a:xfrm>
            <a:off x="6803098" y="1633055"/>
            <a:ext cx="635502" cy="134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900" dirty="0">
                <a:solidFill>
                  <a:schemeClr val="dk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rPr>
              <a:t>مفاهیم</a:t>
            </a:r>
            <a:endParaRPr sz="900" dirty="0">
              <a:solidFill>
                <a:schemeClr val="dk1"/>
              </a:solidFill>
              <a:latin typeface="Vazir" panose="020B0603030804020204" pitchFamily="34" charset="-78"/>
              <a:ea typeface="Catamaran"/>
              <a:cs typeface="Vazir" panose="020B0603030804020204" pitchFamily="34" charset="-78"/>
              <a:sym typeface="Catamaran"/>
            </a:endParaRPr>
          </a:p>
        </p:txBody>
      </p:sp>
      <p:sp>
        <p:nvSpPr>
          <p:cNvPr id="189" name="Google Shape;616;p39">
            <a:extLst>
              <a:ext uri="{FF2B5EF4-FFF2-40B4-BE49-F238E27FC236}">
                <a16:creationId xmlns:a16="http://schemas.microsoft.com/office/drawing/2014/main" id="{65E30DE2-FAF6-45DC-973F-655CF47BC284}"/>
              </a:ext>
            </a:extLst>
          </p:cNvPr>
          <p:cNvSpPr txBox="1"/>
          <p:nvPr/>
        </p:nvSpPr>
        <p:spPr>
          <a:xfrm>
            <a:off x="8372053" y="3698163"/>
            <a:ext cx="727517" cy="194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900" dirty="0">
                <a:solidFill>
                  <a:schemeClr val="dk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rPr>
              <a:t>جمع‌بندی و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900" dirty="0">
                <a:solidFill>
                  <a:schemeClr val="dk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rPr>
              <a:t>پیشنهادات</a:t>
            </a:r>
          </a:p>
        </p:txBody>
      </p:sp>
      <p:sp>
        <p:nvSpPr>
          <p:cNvPr id="190" name="Google Shape;616;p39">
            <a:extLst>
              <a:ext uri="{FF2B5EF4-FFF2-40B4-BE49-F238E27FC236}">
                <a16:creationId xmlns:a16="http://schemas.microsoft.com/office/drawing/2014/main" id="{F6A7202D-3D79-4933-90E6-90207491F687}"/>
              </a:ext>
            </a:extLst>
          </p:cNvPr>
          <p:cNvSpPr txBox="1"/>
          <p:nvPr/>
        </p:nvSpPr>
        <p:spPr>
          <a:xfrm>
            <a:off x="6757091" y="2903363"/>
            <a:ext cx="727517" cy="194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900" dirty="0">
                <a:solidFill>
                  <a:schemeClr val="dk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rPr>
              <a:t>نتایج</a:t>
            </a:r>
            <a:endParaRPr sz="900" dirty="0">
              <a:solidFill>
                <a:schemeClr val="dk1"/>
              </a:solidFill>
              <a:latin typeface="Vazir" panose="020B0603030804020204" pitchFamily="34" charset="-78"/>
              <a:ea typeface="Catamaran"/>
              <a:cs typeface="Vazir" panose="020B0603030804020204" pitchFamily="34" charset="-78"/>
              <a:sym typeface="Catamaran"/>
            </a:endParaRPr>
          </a:p>
        </p:txBody>
      </p:sp>
      <p:sp>
        <p:nvSpPr>
          <p:cNvPr id="191" name="Google Shape;616;p39">
            <a:extLst>
              <a:ext uri="{FF2B5EF4-FFF2-40B4-BE49-F238E27FC236}">
                <a16:creationId xmlns:a16="http://schemas.microsoft.com/office/drawing/2014/main" id="{5772928D-7B6B-4F34-99FE-3F6CF6BE10FB}"/>
              </a:ext>
            </a:extLst>
          </p:cNvPr>
          <p:cNvSpPr txBox="1"/>
          <p:nvPr/>
        </p:nvSpPr>
        <p:spPr>
          <a:xfrm>
            <a:off x="6803098" y="4427975"/>
            <a:ext cx="727517" cy="194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900" dirty="0">
                <a:solidFill>
                  <a:schemeClr val="dk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rPr>
              <a:t>پاسخگویی به سؤالات</a:t>
            </a:r>
            <a:endParaRPr sz="900" dirty="0">
              <a:solidFill>
                <a:schemeClr val="dk1"/>
              </a:solidFill>
              <a:latin typeface="Vazir" panose="020B0603030804020204" pitchFamily="34" charset="-78"/>
              <a:ea typeface="Catamaran"/>
              <a:cs typeface="Vazir" panose="020B0603030804020204" pitchFamily="34" charset="-78"/>
              <a:sym typeface="Catamaran"/>
            </a:endParaRPr>
          </a:p>
        </p:txBody>
      </p:sp>
      <p:sp>
        <p:nvSpPr>
          <p:cNvPr id="192" name="Google Shape;120;p7">
            <a:extLst>
              <a:ext uri="{FF2B5EF4-FFF2-40B4-BE49-F238E27FC236}">
                <a16:creationId xmlns:a16="http://schemas.microsoft.com/office/drawing/2014/main" id="{4A7A9DB2-86BD-43FB-B38F-A71CB541AAC1}"/>
              </a:ext>
            </a:extLst>
          </p:cNvPr>
          <p:cNvSpPr txBox="1">
            <a:spLocks/>
          </p:cNvSpPr>
          <p:nvPr/>
        </p:nvSpPr>
        <p:spPr>
          <a:xfrm>
            <a:off x="114716" y="656300"/>
            <a:ext cx="1199437" cy="39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3970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00" b="0" i="0" u="none" strike="noStrike" cap="none">
                <a:solidFill>
                  <a:schemeClr val="tx1">
                    <a:lumMod val="90000"/>
                    <a:lumOff val="10000"/>
                  </a:schemeClr>
                </a:solidFill>
                <a:latin typeface="Vazir" panose="020B0603030804020204" pitchFamily="34" charset="-78"/>
                <a:ea typeface="Arial"/>
                <a:cs typeface="Vazir" panose="020B0603030804020204" pitchFamily="34" charset="-78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⬡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⬡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a-IR" dirty="0"/>
              <a:t>دانشگاه اصفهان</a:t>
            </a:r>
          </a:p>
          <a:p>
            <a:r>
              <a:rPr lang="fa-IR" dirty="0"/>
              <a:t>دانشکده مهندسی کامپیوتر</a:t>
            </a:r>
          </a:p>
          <a:p>
            <a:r>
              <a:rPr lang="fa-IR" dirty="0"/>
              <a:t>گروه مهندسی فناوری اطلاعات</a:t>
            </a:r>
          </a:p>
        </p:txBody>
      </p:sp>
      <p:sp>
        <p:nvSpPr>
          <p:cNvPr id="193" name="Google Shape;239;p17">
            <a:extLst>
              <a:ext uri="{FF2B5EF4-FFF2-40B4-BE49-F238E27FC236}">
                <a16:creationId xmlns:a16="http://schemas.microsoft.com/office/drawing/2014/main" id="{433169B9-33CE-4384-97B2-534E57CAFC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4533" y="366505"/>
            <a:ext cx="6010500" cy="39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2400" dirty="0">
                <a:latin typeface="Vazir" panose="020B0603030804020204" pitchFamily="34" charset="-78"/>
                <a:cs typeface="Vazir" panose="020B0603030804020204" pitchFamily="34" charset="-78"/>
              </a:rPr>
              <a:t>انتخاب ویژگی</a:t>
            </a:r>
            <a:endParaRPr sz="2400" dirty="0">
              <a:latin typeface="Vazir" panose="020B0603030804020204" pitchFamily="34" charset="-78"/>
              <a:cs typeface="Vazir" panose="020B0603030804020204" pitchFamily="34" charset="-78"/>
            </a:endParaRPr>
          </a:p>
        </p:txBody>
      </p:sp>
      <p:sp>
        <p:nvSpPr>
          <p:cNvPr id="217" name="Google Shape;125;p8">
            <a:extLst>
              <a:ext uri="{FF2B5EF4-FFF2-40B4-BE49-F238E27FC236}">
                <a16:creationId xmlns:a16="http://schemas.microsoft.com/office/drawing/2014/main" id="{1C9D5385-CA31-4C5C-BA9E-4B4243D6E0D2}"/>
              </a:ext>
            </a:extLst>
          </p:cNvPr>
          <p:cNvSpPr/>
          <p:nvPr/>
        </p:nvSpPr>
        <p:spPr>
          <a:xfrm>
            <a:off x="8574184" y="4822960"/>
            <a:ext cx="525386" cy="271414"/>
          </a:xfrm>
          <a:custGeom>
            <a:avLst/>
            <a:gdLst/>
            <a:ahLst/>
            <a:cxnLst/>
            <a:rect l="l" t="t" r="r" b="b"/>
            <a:pathLst>
              <a:path w="21598" h="21315" extrusionOk="0">
                <a:moveTo>
                  <a:pt x="21599" y="14389"/>
                </a:moveTo>
                <a:lnTo>
                  <a:pt x="21599" y="6924"/>
                </a:lnTo>
                <a:cubicBezTo>
                  <a:pt x="21599" y="5784"/>
                  <a:pt x="20918" y="4730"/>
                  <a:pt x="19814" y="4161"/>
                </a:cubicBezTo>
                <a:lnTo>
                  <a:pt x="12583" y="428"/>
                </a:lnTo>
                <a:cubicBezTo>
                  <a:pt x="11478" y="-142"/>
                  <a:pt x="10118" y="-142"/>
                  <a:pt x="9013" y="428"/>
                </a:cubicBezTo>
                <a:lnTo>
                  <a:pt x="1783" y="4161"/>
                </a:lnTo>
                <a:cubicBezTo>
                  <a:pt x="679" y="4731"/>
                  <a:pt x="0" y="5784"/>
                  <a:pt x="0" y="6924"/>
                </a:cubicBezTo>
                <a:lnTo>
                  <a:pt x="0" y="14392"/>
                </a:lnTo>
                <a:cubicBezTo>
                  <a:pt x="1" y="15532"/>
                  <a:pt x="681" y="16585"/>
                  <a:pt x="1785" y="17155"/>
                </a:cubicBezTo>
                <a:lnTo>
                  <a:pt x="9016" y="20888"/>
                </a:lnTo>
                <a:cubicBezTo>
                  <a:pt x="10120" y="21458"/>
                  <a:pt x="11481" y="21458"/>
                  <a:pt x="12585" y="20888"/>
                </a:cubicBezTo>
                <a:lnTo>
                  <a:pt x="19816" y="17155"/>
                </a:lnTo>
                <a:cubicBezTo>
                  <a:pt x="20920" y="16584"/>
                  <a:pt x="21600" y="15530"/>
                  <a:pt x="21599" y="14389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fa-IR" sz="1000" dirty="0">
                <a:solidFill>
                  <a:schemeClr val="bg1"/>
                </a:solidFill>
                <a:latin typeface="Vazir FD-WOL" panose="020B0603030804020204" pitchFamily="34" charset="-78"/>
                <a:cs typeface="Vazir FD-WOL" panose="020B0603030804020204" pitchFamily="34" charset="-78"/>
              </a:rPr>
              <a:t>9</a:t>
            </a:r>
            <a:r>
              <a:rPr lang="fa-IR" sz="1000" i="0" u="none" strike="noStrike" cap="none" dirty="0">
                <a:solidFill>
                  <a:schemeClr val="bg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از </a:t>
            </a:r>
            <a:r>
              <a:rPr lang="fa-IR" sz="1000" i="0" u="none" strike="noStrike" cap="none" dirty="0">
                <a:solidFill>
                  <a:schemeClr val="bg1"/>
                </a:solidFill>
                <a:latin typeface="Vazir FD-WOL" panose="020B0603030804020204" pitchFamily="34" charset="-78"/>
                <a:cs typeface="Vazir FD-WOL" panose="020B0603030804020204" pitchFamily="34" charset="-78"/>
              </a:rPr>
              <a:t>19</a:t>
            </a:r>
            <a:endParaRPr sz="1000" i="0" u="none" strike="noStrike" cap="none" dirty="0">
              <a:solidFill>
                <a:schemeClr val="bg1"/>
              </a:solidFill>
              <a:latin typeface="Vazir FD-WOL" panose="020B0603030804020204" pitchFamily="34" charset="-78"/>
              <a:cs typeface="Vazir FD-WOL" panose="020B0603030804020204" pitchFamily="34" charset="-78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9520A6C-9690-4F4B-AB87-9AAB71AB87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001" y="733923"/>
            <a:ext cx="6711485" cy="2964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117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92EB0CC-A94B-419A-A4FA-3D53B5B5D1DD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ar-BH" dirty="0">
                <a:latin typeface="Vazir" panose="020B0603030804020204" pitchFamily="34" charset="-78"/>
                <a:cs typeface="Vazir" panose="020B0603030804020204" pitchFamily="34" charset="-78"/>
              </a:rPr>
              <a:t>سحر سرکار - تحلیل ویژگی‌های رادیومیکس برای تشخیص عفونت در ریه - شهریور </a:t>
            </a:r>
            <a:r>
              <a:rPr lang="ar-BH" dirty="0">
                <a:latin typeface="Vazir FD-WOL" panose="020B0603030804020204" pitchFamily="34" charset="-78"/>
                <a:cs typeface="Vazir FD-WOL" panose="020B0603030804020204" pitchFamily="34" charset="-78"/>
              </a:rPr>
              <a:t>1400</a:t>
            </a:r>
            <a:endParaRPr lang="en-US" dirty="0">
              <a:latin typeface="Vazir FD-WOL" panose="020B0603030804020204" pitchFamily="34" charset="-78"/>
              <a:cs typeface="Vazir FD-WOL" panose="020B0603030804020204" pitchFamily="34" charset="-78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5A031A7-13FD-47CE-A02B-DE9AC34C57FE}"/>
              </a:ext>
            </a:extLst>
          </p:cNvPr>
          <p:cNvGrpSpPr/>
          <p:nvPr/>
        </p:nvGrpSpPr>
        <p:grpSpPr>
          <a:xfrm rot="16200000">
            <a:off x="4892224" y="1966620"/>
            <a:ext cx="6152709" cy="886850"/>
            <a:chOff x="0" y="2536120"/>
            <a:chExt cx="9144000" cy="1011043"/>
          </a:xfrm>
        </p:grpSpPr>
        <p:sp>
          <p:nvSpPr>
            <p:cNvPr id="58" name="Google Shape;594;p39">
              <a:extLst>
                <a:ext uri="{FF2B5EF4-FFF2-40B4-BE49-F238E27FC236}">
                  <a16:creationId xmlns:a16="http://schemas.microsoft.com/office/drawing/2014/main" id="{50921073-1AD5-4BF4-B917-0BD453041470}"/>
                </a:ext>
              </a:extLst>
            </p:cNvPr>
            <p:cNvSpPr/>
            <p:nvPr/>
          </p:nvSpPr>
          <p:spPr>
            <a:xfrm>
              <a:off x="0" y="2536120"/>
              <a:ext cx="9144000" cy="1011043"/>
            </a:xfrm>
            <a:custGeom>
              <a:avLst/>
              <a:gdLst/>
              <a:ahLst/>
              <a:cxnLst/>
              <a:rect l="l" t="t" r="r" b="b"/>
              <a:pathLst>
                <a:path w="12192000" h="1348058" extrusionOk="0">
                  <a:moveTo>
                    <a:pt x="12192000" y="0"/>
                  </a:moveTo>
                  <a:lnTo>
                    <a:pt x="10837333" y="0"/>
                  </a:lnTo>
                  <a:cubicBezTo>
                    <a:pt x="10463295" y="0"/>
                    <a:pt x="10160000" y="301773"/>
                    <a:pt x="10160000" y="674029"/>
                  </a:cubicBezTo>
                  <a:lnTo>
                    <a:pt x="10160000" y="674029"/>
                  </a:lnTo>
                  <a:cubicBezTo>
                    <a:pt x="10160000" y="1046281"/>
                    <a:pt x="9856705" y="1348059"/>
                    <a:pt x="9482667" y="1348059"/>
                  </a:cubicBezTo>
                  <a:lnTo>
                    <a:pt x="9482667" y="1348059"/>
                  </a:lnTo>
                  <a:cubicBezTo>
                    <a:pt x="9108581" y="1348059"/>
                    <a:pt x="8805333" y="1046281"/>
                    <a:pt x="8805333" y="674029"/>
                  </a:cubicBezTo>
                  <a:lnTo>
                    <a:pt x="8805333" y="674029"/>
                  </a:lnTo>
                  <a:cubicBezTo>
                    <a:pt x="8805333" y="301773"/>
                    <a:pt x="8502086" y="0"/>
                    <a:pt x="8128000" y="0"/>
                  </a:cubicBezTo>
                  <a:lnTo>
                    <a:pt x="8128000" y="0"/>
                  </a:lnTo>
                  <a:cubicBezTo>
                    <a:pt x="7753915" y="0"/>
                    <a:pt x="7450667" y="301773"/>
                    <a:pt x="7450667" y="674029"/>
                  </a:cubicBezTo>
                  <a:lnTo>
                    <a:pt x="7450667" y="674029"/>
                  </a:lnTo>
                  <a:cubicBezTo>
                    <a:pt x="7450667" y="1046281"/>
                    <a:pt x="7147419" y="1348059"/>
                    <a:pt x="6773334" y="1348059"/>
                  </a:cubicBezTo>
                  <a:lnTo>
                    <a:pt x="6773334" y="1348059"/>
                  </a:lnTo>
                  <a:cubicBezTo>
                    <a:pt x="6399248" y="1348059"/>
                    <a:pt x="6096000" y="1046281"/>
                    <a:pt x="6096000" y="674029"/>
                  </a:cubicBezTo>
                  <a:lnTo>
                    <a:pt x="6096000" y="674029"/>
                  </a:lnTo>
                  <a:cubicBezTo>
                    <a:pt x="6096000" y="301773"/>
                    <a:pt x="5792753" y="0"/>
                    <a:pt x="5418667" y="0"/>
                  </a:cubicBezTo>
                  <a:lnTo>
                    <a:pt x="5418667" y="0"/>
                  </a:lnTo>
                  <a:cubicBezTo>
                    <a:pt x="5044581" y="0"/>
                    <a:pt x="4741334" y="301773"/>
                    <a:pt x="4741334" y="674029"/>
                  </a:cubicBezTo>
                  <a:lnTo>
                    <a:pt x="4741334" y="674029"/>
                  </a:lnTo>
                  <a:cubicBezTo>
                    <a:pt x="4741334" y="1046281"/>
                    <a:pt x="4438076" y="1348059"/>
                    <a:pt x="4064000" y="1348059"/>
                  </a:cubicBezTo>
                  <a:lnTo>
                    <a:pt x="4064000" y="1348059"/>
                  </a:lnTo>
                  <a:cubicBezTo>
                    <a:pt x="3689924" y="1348059"/>
                    <a:pt x="3386667" y="1046281"/>
                    <a:pt x="3386667" y="674029"/>
                  </a:cubicBezTo>
                  <a:lnTo>
                    <a:pt x="3386667" y="674029"/>
                  </a:lnTo>
                  <a:cubicBezTo>
                    <a:pt x="3386667" y="301773"/>
                    <a:pt x="3083410" y="0"/>
                    <a:pt x="2709333" y="0"/>
                  </a:cubicBezTo>
                  <a:lnTo>
                    <a:pt x="2709333" y="0"/>
                  </a:lnTo>
                  <a:cubicBezTo>
                    <a:pt x="2335257" y="0"/>
                    <a:pt x="2032000" y="301773"/>
                    <a:pt x="2032000" y="674029"/>
                  </a:cubicBezTo>
                  <a:lnTo>
                    <a:pt x="2032000" y="674029"/>
                  </a:lnTo>
                  <a:cubicBezTo>
                    <a:pt x="2032000" y="1046281"/>
                    <a:pt x="1728743" y="1348059"/>
                    <a:pt x="1354667" y="1348059"/>
                  </a:cubicBezTo>
                  <a:lnTo>
                    <a:pt x="0" y="1348059"/>
                  </a:lnTo>
                </a:path>
              </a:pathLst>
            </a:custGeom>
            <a:noFill/>
            <a:ln w="228600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Vazir" panose="020B0603030804020204" pitchFamily="34" charset="-78"/>
                <a:ea typeface="Calibri"/>
                <a:cs typeface="Vazir" panose="020B0603030804020204" pitchFamily="34" charset="-78"/>
                <a:sym typeface="Calibri"/>
              </a:endParaRPr>
            </a:p>
          </p:txBody>
        </p:sp>
        <p:sp>
          <p:nvSpPr>
            <p:cNvPr id="59" name="Google Shape;595;p39">
              <a:extLst>
                <a:ext uri="{FF2B5EF4-FFF2-40B4-BE49-F238E27FC236}">
                  <a16:creationId xmlns:a16="http://schemas.microsoft.com/office/drawing/2014/main" id="{80BD9715-5D54-48BA-8232-EBD61376B29C}"/>
                </a:ext>
              </a:extLst>
            </p:cNvPr>
            <p:cNvSpPr/>
            <p:nvPr/>
          </p:nvSpPr>
          <p:spPr>
            <a:xfrm>
              <a:off x="0" y="2536120"/>
              <a:ext cx="9144000" cy="1011043"/>
            </a:xfrm>
            <a:custGeom>
              <a:avLst/>
              <a:gdLst/>
              <a:ahLst/>
              <a:cxnLst/>
              <a:rect l="l" t="t" r="r" b="b"/>
              <a:pathLst>
                <a:path w="12192000" h="1348058" extrusionOk="0">
                  <a:moveTo>
                    <a:pt x="12192000" y="0"/>
                  </a:moveTo>
                  <a:lnTo>
                    <a:pt x="10837333" y="0"/>
                  </a:lnTo>
                  <a:cubicBezTo>
                    <a:pt x="10463295" y="0"/>
                    <a:pt x="10160000" y="301773"/>
                    <a:pt x="10160000" y="674029"/>
                  </a:cubicBezTo>
                  <a:lnTo>
                    <a:pt x="10160000" y="674029"/>
                  </a:lnTo>
                  <a:cubicBezTo>
                    <a:pt x="10160000" y="1046281"/>
                    <a:pt x="9856705" y="1348059"/>
                    <a:pt x="9482667" y="1348059"/>
                  </a:cubicBezTo>
                  <a:lnTo>
                    <a:pt x="9482667" y="1348059"/>
                  </a:lnTo>
                  <a:cubicBezTo>
                    <a:pt x="9108581" y="1348059"/>
                    <a:pt x="8805333" y="1046281"/>
                    <a:pt x="8805333" y="674029"/>
                  </a:cubicBezTo>
                  <a:lnTo>
                    <a:pt x="8805333" y="674029"/>
                  </a:lnTo>
                  <a:cubicBezTo>
                    <a:pt x="8805333" y="301773"/>
                    <a:pt x="8502086" y="0"/>
                    <a:pt x="8128000" y="0"/>
                  </a:cubicBezTo>
                  <a:lnTo>
                    <a:pt x="8128000" y="0"/>
                  </a:lnTo>
                  <a:cubicBezTo>
                    <a:pt x="7753915" y="0"/>
                    <a:pt x="7450667" y="301773"/>
                    <a:pt x="7450667" y="674029"/>
                  </a:cubicBezTo>
                  <a:lnTo>
                    <a:pt x="7450667" y="674029"/>
                  </a:lnTo>
                  <a:cubicBezTo>
                    <a:pt x="7450667" y="1046281"/>
                    <a:pt x="7147419" y="1348059"/>
                    <a:pt x="6773334" y="1348059"/>
                  </a:cubicBezTo>
                  <a:lnTo>
                    <a:pt x="6773334" y="1348059"/>
                  </a:lnTo>
                  <a:cubicBezTo>
                    <a:pt x="6399248" y="1348059"/>
                    <a:pt x="6096000" y="1046281"/>
                    <a:pt x="6096000" y="674029"/>
                  </a:cubicBezTo>
                  <a:lnTo>
                    <a:pt x="6096000" y="674029"/>
                  </a:lnTo>
                  <a:cubicBezTo>
                    <a:pt x="6096000" y="301773"/>
                    <a:pt x="5792753" y="0"/>
                    <a:pt x="5418667" y="0"/>
                  </a:cubicBezTo>
                  <a:lnTo>
                    <a:pt x="5418667" y="0"/>
                  </a:lnTo>
                  <a:cubicBezTo>
                    <a:pt x="5044581" y="0"/>
                    <a:pt x="4741334" y="301773"/>
                    <a:pt x="4741334" y="674029"/>
                  </a:cubicBezTo>
                  <a:lnTo>
                    <a:pt x="4741334" y="674029"/>
                  </a:lnTo>
                  <a:cubicBezTo>
                    <a:pt x="4741334" y="1046281"/>
                    <a:pt x="4438076" y="1348059"/>
                    <a:pt x="4064000" y="1348059"/>
                  </a:cubicBezTo>
                  <a:lnTo>
                    <a:pt x="4064000" y="1348059"/>
                  </a:lnTo>
                  <a:cubicBezTo>
                    <a:pt x="3689924" y="1348059"/>
                    <a:pt x="3386667" y="1046281"/>
                    <a:pt x="3386667" y="674029"/>
                  </a:cubicBezTo>
                  <a:lnTo>
                    <a:pt x="3386667" y="674029"/>
                  </a:lnTo>
                  <a:cubicBezTo>
                    <a:pt x="3386667" y="301773"/>
                    <a:pt x="3083410" y="0"/>
                    <a:pt x="2709333" y="0"/>
                  </a:cubicBezTo>
                  <a:lnTo>
                    <a:pt x="2709333" y="0"/>
                  </a:lnTo>
                  <a:cubicBezTo>
                    <a:pt x="2335257" y="0"/>
                    <a:pt x="2032000" y="301773"/>
                    <a:pt x="2032000" y="674029"/>
                  </a:cubicBezTo>
                  <a:lnTo>
                    <a:pt x="2032000" y="674029"/>
                  </a:lnTo>
                  <a:cubicBezTo>
                    <a:pt x="2032000" y="1046281"/>
                    <a:pt x="1728743" y="1348059"/>
                    <a:pt x="1354667" y="1348059"/>
                  </a:cubicBezTo>
                  <a:lnTo>
                    <a:pt x="0" y="1348059"/>
                  </a:lnTo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dash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Vazir" panose="020B0603030804020204" pitchFamily="34" charset="-78"/>
                <a:ea typeface="Calibri"/>
                <a:cs typeface="Vazir" panose="020B0603030804020204" pitchFamily="34" charset="-78"/>
                <a:sym typeface="Calibri"/>
              </a:endParaRPr>
            </a:p>
          </p:txBody>
        </p:sp>
      </p:grpSp>
      <p:sp>
        <p:nvSpPr>
          <p:cNvPr id="122" name="Google Shape;616;p39">
            <a:extLst>
              <a:ext uri="{FF2B5EF4-FFF2-40B4-BE49-F238E27FC236}">
                <a16:creationId xmlns:a16="http://schemas.microsoft.com/office/drawing/2014/main" id="{F29FF600-2F87-4B4C-95EA-EF55460CBCEA}"/>
              </a:ext>
            </a:extLst>
          </p:cNvPr>
          <p:cNvSpPr txBox="1"/>
          <p:nvPr/>
        </p:nvSpPr>
        <p:spPr>
          <a:xfrm>
            <a:off x="8372054" y="2255511"/>
            <a:ext cx="727517" cy="194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900" dirty="0">
                <a:solidFill>
                  <a:schemeClr val="dk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rPr>
              <a:t>روش پیشنهادی</a:t>
            </a:r>
            <a:endParaRPr sz="900" dirty="0">
              <a:solidFill>
                <a:schemeClr val="dk1"/>
              </a:solidFill>
              <a:latin typeface="Vazir" panose="020B0603030804020204" pitchFamily="34" charset="-78"/>
              <a:ea typeface="Catamaran"/>
              <a:cs typeface="Vazir" panose="020B0603030804020204" pitchFamily="34" charset="-78"/>
              <a:sym typeface="Catamaran"/>
            </a:endParaRPr>
          </a:p>
        </p:txBody>
      </p: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A2931612-A263-42C4-9F74-FD8FD8FE4783}"/>
              </a:ext>
            </a:extLst>
          </p:cNvPr>
          <p:cNvGrpSpPr/>
          <p:nvPr/>
        </p:nvGrpSpPr>
        <p:grpSpPr>
          <a:xfrm>
            <a:off x="6958941" y="1229022"/>
            <a:ext cx="334744" cy="334744"/>
            <a:chOff x="5858533" y="3371391"/>
            <a:chExt cx="334744" cy="334744"/>
          </a:xfrm>
        </p:grpSpPr>
        <p:sp>
          <p:nvSpPr>
            <p:cNvPr id="161" name="Google Shape;606;p39">
              <a:extLst>
                <a:ext uri="{FF2B5EF4-FFF2-40B4-BE49-F238E27FC236}">
                  <a16:creationId xmlns:a16="http://schemas.microsoft.com/office/drawing/2014/main" id="{9A8714E9-F157-4C6C-8C36-CF5D87D403B3}"/>
                </a:ext>
              </a:extLst>
            </p:cNvPr>
            <p:cNvSpPr/>
            <p:nvPr/>
          </p:nvSpPr>
          <p:spPr>
            <a:xfrm rot="2637262">
              <a:off x="5858533" y="3371391"/>
              <a:ext cx="334744" cy="334744"/>
            </a:xfrm>
            <a:prstGeom prst="teardrop">
              <a:avLst>
                <a:gd name="adj" fmla="val 95976"/>
              </a:avLst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  <p:sp>
          <p:nvSpPr>
            <p:cNvPr id="162" name="Google Shape;607;p39">
              <a:extLst>
                <a:ext uri="{FF2B5EF4-FFF2-40B4-BE49-F238E27FC236}">
                  <a16:creationId xmlns:a16="http://schemas.microsoft.com/office/drawing/2014/main" id="{7BBF0579-51AE-48EA-A3E0-5FBFDD196F32}"/>
                </a:ext>
              </a:extLst>
            </p:cNvPr>
            <p:cNvSpPr/>
            <p:nvPr/>
          </p:nvSpPr>
          <p:spPr>
            <a:xfrm flipH="1">
              <a:off x="5958855" y="3478265"/>
              <a:ext cx="134100" cy="13409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a-IR" sz="800" dirty="0">
                  <a:solidFill>
                    <a:schemeClr val="dk1"/>
                  </a:solidFill>
                  <a:latin typeface="Vazir FD-WOL" panose="020B0603030804020204" pitchFamily="34" charset="-78"/>
                  <a:ea typeface="Catamaran"/>
                  <a:cs typeface="Vazir FD-WOL" panose="020B0603030804020204" pitchFamily="34" charset="-78"/>
                  <a:sym typeface="Catamaran"/>
                </a:rPr>
                <a:t>2</a:t>
              </a:r>
              <a:endParaRPr sz="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F607B433-AF5E-4FE8-A066-3EDBF6E125E8}"/>
              </a:ext>
            </a:extLst>
          </p:cNvPr>
          <p:cNvGrpSpPr/>
          <p:nvPr/>
        </p:nvGrpSpPr>
        <p:grpSpPr>
          <a:xfrm>
            <a:off x="8616854" y="1901496"/>
            <a:ext cx="334744" cy="334744"/>
            <a:chOff x="5858533" y="3371391"/>
            <a:chExt cx="334744" cy="334744"/>
          </a:xfrm>
        </p:grpSpPr>
        <p:sp>
          <p:nvSpPr>
            <p:cNvPr id="170" name="Google Shape;606;p39">
              <a:extLst>
                <a:ext uri="{FF2B5EF4-FFF2-40B4-BE49-F238E27FC236}">
                  <a16:creationId xmlns:a16="http://schemas.microsoft.com/office/drawing/2014/main" id="{D23848B0-940E-4BA6-9198-E37E59821155}"/>
                </a:ext>
              </a:extLst>
            </p:cNvPr>
            <p:cNvSpPr/>
            <p:nvPr/>
          </p:nvSpPr>
          <p:spPr>
            <a:xfrm rot="13248051">
              <a:off x="5858533" y="3371391"/>
              <a:ext cx="334744" cy="334744"/>
            </a:xfrm>
            <a:prstGeom prst="teardrop">
              <a:avLst>
                <a:gd name="adj" fmla="val 95976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  <p:sp>
          <p:nvSpPr>
            <p:cNvPr id="171" name="Google Shape;607;p39">
              <a:extLst>
                <a:ext uri="{FF2B5EF4-FFF2-40B4-BE49-F238E27FC236}">
                  <a16:creationId xmlns:a16="http://schemas.microsoft.com/office/drawing/2014/main" id="{3161D906-0AB7-4435-B6E0-65FA3088814F}"/>
                </a:ext>
              </a:extLst>
            </p:cNvPr>
            <p:cNvSpPr/>
            <p:nvPr/>
          </p:nvSpPr>
          <p:spPr>
            <a:xfrm flipH="1">
              <a:off x="5958855" y="3478265"/>
              <a:ext cx="134100" cy="13409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a-IR" sz="800" dirty="0">
                  <a:solidFill>
                    <a:schemeClr val="dk1"/>
                  </a:solidFill>
                  <a:latin typeface="Vazir FD-WOL" panose="020B0603030804020204" pitchFamily="34" charset="-78"/>
                  <a:ea typeface="Catamaran"/>
                  <a:cs typeface="Vazir FD-WOL" panose="020B0603030804020204" pitchFamily="34" charset="-78"/>
                  <a:sym typeface="Catamaran"/>
                </a:rPr>
                <a:t>3</a:t>
              </a:r>
              <a:endParaRPr sz="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</p:grp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85FB2DA9-9820-4E5E-A3C0-913754982C04}"/>
              </a:ext>
            </a:extLst>
          </p:cNvPr>
          <p:cNvGrpSpPr/>
          <p:nvPr/>
        </p:nvGrpSpPr>
        <p:grpSpPr>
          <a:xfrm>
            <a:off x="8619860" y="488928"/>
            <a:ext cx="334744" cy="334744"/>
            <a:chOff x="5858533" y="3371391"/>
            <a:chExt cx="334744" cy="334744"/>
          </a:xfrm>
        </p:grpSpPr>
        <p:sp>
          <p:nvSpPr>
            <p:cNvPr id="176" name="Google Shape;606;p39">
              <a:extLst>
                <a:ext uri="{FF2B5EF4-FFF2-40B4-BE49-F238E27FC236}">
                  <a16:creationId xmlns:a16="http://schemas.microsoft.com/office/drawing/2014/main" id="{BFA6331C-330F-4A0C-8BEC-20A79F762588}"/>
                </a:ext>
              </a:extLst>
            </p:cNvPr>
            <p:cNvSpPr/>
            <p:nvPr/>
          </p:nvSpPr>
          <p:spPr>
            <a:xfrm rot="13248051">
              <a:off x="5858533" y="3371391"/>
              <a:ext cx="334744" cy="334744"/>
            </a:xfrm>
            <a:prstGeom prst="teardrop">
              <a:avLst>
                <a:gd name="adj" fmla="val 95976"/>
              </a:avLst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  <p:sp>
          <p:nvSpPr>
            <p:cNvPr id="177" name="Google Shape;607;p39">
              <a:extLst>
                <a:ext uri="{FF2B5EF4-FFF2-40B4-BE49-F238E27FC236}">
                  <a16:creationId xmlns:a16="http://schemas.microsoft.com/office/drawing/2014/main" id="{9F67978A-2AB8-458F-BBAE-796DDE89B0BF}"/>
                </a:ext>
              </a:extLst>
            </p:cNvPr>
            <p:cNvSpPr/>
            <p:nvPr/>
          </p:nvSpPr>
          <p:spPr>
            <a:xfrm flipH="1">
              <a:off x="5958855" y="3478265"/>
              <a:ext cx="134100" cy="13409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a-IR" sz="800" dirty="0">
                  <a:solidFill>
                    <a:schemeClr val="dk1"/>
                  </a:solidFill>
                  <a:latin typeface="Vazir FD-WOL" panose="020B0603030804020204" pitchFamily="34" charset="-78"/>
                  <a:ea typeface="Catamaran"/>
                  <a:cs typeface="Vazir FD-WOL" panose="020B0603030804020204" pitchFamily="34" charset="-78"/>
                  <a:sym typeface="Catamaran"/>
                </a:rPr>
                <a:t>1</a:t>
              </a:r>
              <a:endParaRPr sz="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</p:grp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705762E8-5DA5-46C0-B527-8EB0E2381A3A}"/>
              </a:ext>
            </a:extLst>
          </p:cNvPr>
          <p:cNvGrpSpPr/>
          <p:nvPr/>
        </p:nvGrpSpPr>
        <p:grpSpPr>
          <a:xfrm>
            <a:off x="8613156" y="3244845"/>
            <a:ext cx="334744" cy="334744"/>
            <a:chOff x="5858533" y="3371391"/>
            <a:chExt cx="334744" cy="334744"/>
          </a:xfrm>
        </p:grpSpPr>
        <p:sp>
          <p:nvSpPr>
            <p:cNvPr id="179" name="Google Shape;606;p39">
              <a:extLst>
                <a:ext uri="{FF2B5EF4-FFF2-40B4-BE49-F238E27FC236}">
                  <a16:creationId xmlns:a16="http://schemas.microsoft.com/office/drawing/2014/main" id="{1C268A1C-94D1-45A0-8AAB-024E02FECA32}"/>
                </a:ext>
              </a:extLst>
            </p:cNvPr>
            <p:cNvSpPr/>
            <p:nvPr/>
          </p:nvSpPr>
          <p:spPr>
            <a:xfrm rot="13248051">
              <a:off x="5858533" y="3371391"/>
              <a:ext cx="334744" cy="334744"/>
            </a:xfrm>
            <a:prstGeom prst="teardrop">
              <a:avLst>
                <a:gd name="adj" fmla="val 95976"/>
              </a:avLst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  <p:sp>
          <p:nvSpPr>
            <p:cNvPr id="180" name="Google Shape;607;p39">
              <a:extLst>
                <a:ext uri="{FF2B5EF4-FFF2-40B4-BE49-F238E27FC236}">
                  <a16:creationId xmlns:a16="http://schemas.microsoft.com/office/drawing/2014/main" id="{40FDC796-3573-41A2-8118-388C2B9B2C51}"/>
                </a:ext>
              </a:extLst>
            </p:cNvPr>
            <p:cNvSpPr/>
            <p:nvPr/>
          </p:nvSpPr>
          <p:spPr>
            <a:xfrm flipH="1">
              <a:off x="5958855" y="3478265"/>
              <a:ext cx="134100" cy="13409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a-IR" sz="800" dirty="0">
                  <a:solidFill>
                    <a:schemeClr val="dk1"/>
                  </a:solidFill>
                  <a:latin typeface="Vazir FD-WOL" panose="020B0603030804020204" pitchFamily="34" charset="-78"/>
                  <a:ea typeface="Catamaran"/>
                  <a:cs typeface="Vazir FD-WOL" panose="020B0603030804020204" pitchFamily="34" charset="-78"/>
                  <a:sym typeface="Catamaran"/>
                </a:rPr>
                <a:t>5</a:t>
              </a:r>
              <a:endParaRPr sz="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</p:grpSp>
      <p:grpSp>
        <p:nvGrpSpPr>
          <p:cNvPr id="181" name="Group 180">
            <a:extLst>
              <a:ext uri="{FF2B5EF4-FFF2-40B4-BE49-F238E27FC236}">
                <a16:creationId xmlns:a16="http://schemas.microsoft.com/office/drawing/2014/main" id="{380C664D-E262-42DF-9AF4-C6DA7AD3878D}"/>
              </a:ext>
            </a:extLst>
          </p:cNvPr>
          <p:cNvGrpSpPr/>
          <p:nvPr/>
        </p:nvGrpSpPr>
        <p:grpSpPr>
          <a:xfrm>
            <a:off x="6958941" y="2571750"/>
            <a:ext cx="334744" cy="334744"/>
            <a:chOff x="5858533" y="3371391"/>
            <a:chExt cx="334744" cy="334744"/>
          </a:xfrm>
        </p:grpSpPr>
        <p:sp>
          <p:nvSpPr>
            <p:cNvPr id="182" name="Google Shape;606;p39">
              <a:extLst>
                <a:ext uri="{FF2B5EF4-FFF2-40B4-BE49-F238E27FC236}">
                  <a16:creationId xmlns:a16="http://schemas.microsoft.com/office/drawing/2014/main" id="{8D4DD1D8-DC73-417E-87FD-1AAB18F94AA8}"/>
                </a:ext>
              </a:extLst>
            </p:cNvPr>
            <p:cNvSpPr/>
            <p:nvPr/>
          </p:nvSpPr>
          <p:spPr>
            <a:xfrm rot="2637262">
              <a:off x="5858533" y="3371391"/>
              <a:ext cx="334744" cy="334744"/>
            </a:xfrm>
            <a:prstGeom prst="teardrop">
              <a:avLst>
                <a:gd name="adj" fmla="val 95976"/>
              </a:avLst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  <p:sp>
          <p:nvSpPr>
            <p:cNvPr id="183" name="Google Shape;607;p39">
              <a:extLst>
                <a:ext uri="{FF2B5EF4-FFF2-40B4-BE49-F238E27FC236}">
                  <a16:creationId xmlns:a16="http://schemas.microsoft.com/office/drawing/2014/main" id="{39033152-8FC9-4C4E-854F-CEF81B77D2D2}"/>
                </a:ext>
              </a:extLst>
            </p:cNvPr>
            <p:cNvSpPr/>
            <p:nvPr/>
          </p:nvSpPr>
          <p:spPr>
            <a:xfrm flipH="1">
              <a:off x="5958855" y="3478265"/>
              <a:ext cx="134100" cy="13409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a-IR" sz="800" dirty="0">
                  <a:solidFill>
                    <a:schemeClr val="dk1"/>
                  </a:solidFill>
                  <a:latin typeface="Vazir FD-WOL" panose="020B0603030804020204" pitchFamily="34" charset="-78"/>
                  <a:ea typeface="Catamaran"/>
                  <a:cs typeface="Vazir FD-WOL" panose="020B0603030804020204" pitchFamily="34" charset="-78"/>
                  <a:sym typeface="Catamaran"/>
                </a:rPr>
                <a:t>4</a:t>
              </a:r>
              <a:endParaRPr sz="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</p:grp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E845D49F-CFC4-4A8D-843F-F2B2EE601941}"/>
              </a:ext>
            </a:extLst>
          </p:cNvPr>
          <p:cNvGrpSpPr/>
          <p:nvPr/>
        </p:nvGrpSpPr>
        <p:grpSpPr>
          <a:xfrm>
            <a:off x="6958941" y="3958304"/>
            <a:ext cx="334744" cy="334744"/>
            <a:chOff x="5858533" y="3371391"/>
            <a:chExt cx="334744" cy="334744"/>
          </a:xfrm>
        </p:grpSpPr>
        <p:sp>
          <p:nvSpPr>
            <p:cNvPr id="185" name="Google Shape;606;p39">
              <a:extLst>
                <a:ext uri="{FF2B5EF4-FFF2-40B4-BE49-F238E27FC236}">
                  <a16:creationId xmlns:a16="http://schemas.microsoft.com/office/drawing/2014/main" id="{E0339356-B776-4ADB-BB33-A8E458CBF95F}"/>
                </a:ext>
              </a:extLst>
            </p:cNvPr>
            <p:cNvSpPr/>
            <p:nvPr/>
          </p:nvSpPr>
          <p:spPr>
            <a:xfrm rot="2637262">
              <a:off x="5858533" y="3371391"/>
              <a:ext cx="334744" cy="334744"/>
            </a:xfrm>
            <a:prstGeom prst="teardrop">
              <a:avLst>
                <a:gd name="adj" fmla="val 95976"/>
              </a:avLst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  <p:sp>
          <p:nvSpPr>
            <p:cNvPr id="186" name="Google Shape;607;p39">
              <a:extLst>
                <a:ext uri="{FF2B5EF4-FFF2-40B4-BE49-F238E27FC236}">
                  <a16:creationId xmlns:a16="http://schemas.microsoft.com/office/drawing/2014/main" id="{2B15C32B-08E3-4776-9818-46FF5A149C67}"/>
                </a:ext>
              </a:extLst>
            </p:cNvPr>
            <p:cNvSpPr/>
            <p:nvPr/>
          </p:nvSpPr>
          <p:spPr>
            <a:xfrm flipH="1">
              <a:off x="5958855" y="3478265"/>
              <a:ext cx="134100" cy="13409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a-IR" sz="800" dirty="0">
                  <a:solidFill>
                    <a:schemeClr val="dk1"/>
                  </a:solidFill>
                  <a:latin typeface="Vazir FD-WOL" panose="020B0603030804020204" pitchFamily="34" charset="-78"/>
                  <a:ea typeface="Catamaran"/>
                  <a:cs typeface="Vazir FD-WOL" panose="020B0603030804020204" pitchFamily="34" charset="-78"/>
                  <a:sym typeface="Catamaran"/>
                </a:rPr>
                <a:t>6</a:t>
              </a:r>
              <a:endParaRPr sz="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</p:grpSp>
      <p:sp>
        <p:nvSpPr>
          <p:cNvPr id="187" name="Google Shape;616;p39">
            <a:extLst>
              <a:ext uri="{FF2B5EF4-FFF2-40B4-BE49-F238E27FC236}">
                <a16:creationId xmlns:a16="http://schemas.microsoft.com/office/drawing/2014/main" id="{C328D034-AE93-43FA-BFFB-D797D269CA48}"/>
              </a:ext>
            </a:extLst>
          </p:cNvPr>
          <p:cNvSpPr txBox="1"/>
          <p:nvPr/>
        </p:nvSpPr>
        <p:spPr>
          <a:xfrm>
            <a:off x="8418152" y="777961"/>
            <a:ext cx="623993" cy="35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900" dirty="0">
                <a:solidFill>
                  <a:schemeClr val="dk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rPr>
              <a:t>مقدمه و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900" dirty="0">
                <a:solidFill>
                  <a:schemeClr val="dk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rPr>
              <a:t>بیان مسئله</a:t>
            </a:r>
            <a:endParaRPr sz="900" dirty="0">
              <a:solidFill>
                <a:schemeClr val="dk1"/>
              </a:solidFill>
              <a:latin typeface="Vazir" panose="020B0603030804020204" pitchFamily="34" charset="-78"/>
              <a:ea typeface="Catamaran"/>
              <a:cs typeface="Vazir" panose="020B0603030804020204" pitchFamily="34" charset="-78"/>
              <a:sym typeface="Catamaran"/>
            </a:endParaRPr>
          </a:p>
        </p:txBody>
      </p:sp>
      <p:sp>
        <p:nvSpPr>
          <p:cNvPr id="188" name="Google Shape;616;p39">
            <a:extLst>
              <a:ext uri="{FF2B5EF4-FFF2-40B4-BE49-F238E27FC236}">
                <a16:creationId xmlns:a16="http://schemas.microsoft.com/office/drawing/2014/main" id="{D43DA39D-0842-40F5-8CC7-6A6E67896929}"/>
              </a:ext>
            </a:extLst>
          </p:cNvPr>
          <p:cNvSpPr txBox="1"/>
          <p:nvPr/>
        </p:nvSpPr>
        <p:spPr>
          <a:xfrm>
            <a:off x="6803098" y="1633055"/>
            <a:ext cx="635502" cy="134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900" dirty="0">
                <a:solidFill>
                  <a:schemeClr val="dk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rPr>
              <a:t>مفاهیم</a:t>
            </a:r>
            <a:endParaRPr sz="900" dirty="0">
              <a:solidFill>
                <a:schemeClr val="dk1"/>
              </a:solidFill>
              <a:latin typeface="Vazir" panose="020B0603030804020204" pitchFamily="34" charset="-78"/>
              <a:ea typeface="Catamaran"/>
              <a:cs typeface="Vazir" panose="020B0603030804020204" pitchFamily="34" charset="-78"/>
              <a:sym typeface="Catamaran"/>
            </a:endParaRPr>
          </a:p>
        </p:txBody>
      </p:sp>
      <p:sp>
        <p:nvSpPr>
          <p:cNvPr id="189" name="Google Shape;616;p39">
            <a:extLst>
              <a:ext uri="{FF2B5EF4-FFF2-40B4-BE49-F238E27FC236}">
                <a16:creationId xmlns:a16="http://schemas.microsoft.com/office/drawing/2014/main" id="{65E30DE2-FAF6-45DC-973F-655CF47BC284}"/>
              </a:ext>
            </a:extLst>
          </p:cNvPr>
          <p:cNvSpPr txBox="1"/>
          <p:nvPr/>
        </p:nvSpPr>
        <p:spPr>
          <a:xfrm>
            <a:off x="8372053" y="3698163"/>
            <a:ext cx="727517" cy="194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900" dirty="0">
                <a:solidFill>
                  <a:schemeClr val="dk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rPr>
              <a:t>جمع‌بندی و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900" dirty="0">
                <a:solidFill>
                  <a:schemeClr val="dk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rPr>
              <a:t>پیشنهادات</a:t>
            </a:r>
          </a:p>
        </p:txBody>
      </p:sp>
      <p:sp>
        <p:nvSpPr>
          <p:cNvPr id="190" name="Google Shape;616;p39">
            <a:extLst>
              <a:ext uri="{FF2B5EF4-FFF2-40B4-BE49-F238E27FC236}">
                <a16:creationId xmlns:a16="http://schemas.microsoft.com/office/drawing/2014/main" id="{F6A7202D-3D79-4933-90E6-90207491F687}"/>
              </a:ext>
            </a:extLst>
          </p:cNvPr>
          <p:cNvSpPr txBox="1"/>
          <p:nvPr/>
        </p:nvSpPr>
        <p:spPr>
          <a:xfrm>
            <a:off x="6757091" y="2903363"/>
            <a:ext cx="727517" cy="194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900" dirty="0">
                <a:solidFill>
                  <a:schemeClr val="dk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rPr>
              <a:t>نتایج</a:t>
            </a:r>
            <a:endParaRPr sz="900" dirty="0">
              <a:solidFill>
                <a:schemeClr val="dk1"/>
              </a:solidFill>
              <a:latin typeface="Vazir" panose="020B0603030804020204" pitchFamily="34" charset="-78"/>
              <a:ea typeface="Catamaran"/>
              <a:cs typeface="Vazir" panose="020B0603030804020204" pitchFamily="34" charset="-78"/>
              <a:sym typeface="Catamaran"/>
            </a:endParaRPr>
          </a:p>
        </p:txBody>
      </p:sp>
      <p:sp>
        <p:nvSpPr>
          <p:cNvPr id="191" name="Google Shape;616;p39">
            <a:extLst>
              <a:ext uri="{FF2B5EF4-FFF2-40B4-BE49-F238E27FC236}">
                <a16:creationId xmlns:a16="http://schemas.microsoft.com/office/drawing/2014/main" id="{5772928D-7B6B-4F34-99FE-3F6CF6BE10FB}"/>
              </a:ext>
            </a:extLst>
          </p:cNvPr>
          <p:cNvSpPr txBox="1"/>
          <p:nvPr/>
        </p:nvSpPr>
        <p:spPr>
          <a:xfrm>
            <a:off x="6803098" y="4427975"/>
            <a:ext cx="727517" cy="194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900" dirty="0">
                <a:solidFill>
                  <a:schemeClr val="dk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rPr>
              <a:t>پاسخگویی به سؤالات</a:t>
            </a:r>
            <a:endParaRPr sz="900" dirty="0">
              <a:solidFill>
                <a:schemeClr val="dk1"/>
              </a:solidFill>
              <a:latin typeface="Vazir" panose="020B0603030804020204" pitchFamily="34" charset="-78"/>
              <a:ea typeface="Catamaran"/>
              <a:cs typeface="Vazir" panose="020B0603030804020204" pitchFamily="34" charset="-78"/>
              <a:sym typeface="Catamaran"/>
            </a:endParaRPr>
          </a:p>
        </p:txBody>
      </p:sp>
      <p:sp>
        <p:nvSpPr>
          <p:cNvPr id="192" name="Google Shape;120;p7">
            <a:extLst>
              <a:ext uri="{FF2B5EF4-FFF2-40B4-BE49-F238E27FC236}">
                <a16:creationId xmlns:a16="http://schemas.microsoft.com/office/drawing/2014/main" id="{4A7A9DB2-86BD-43FB-B38F-A71CB541AAC1}"/>
              </a:ext>
            </a:extLst>
          </p:cNvPr>
          <p:cNvSpPr txBox="1">
            <a:spLocks/>
          </p:cNvSpPr>
          <p:nvPr/>
        </p:nvSpPr>
        <p:spPr>
          <a:xfrm>
            <a:off x="114716" y="656300"/>
            <a:ext cx="1199437" cy="39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3970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00" b="0" i="0" u="none" strike="noStrike" cap="none">
                <a:solidFill>
                  <a:schemeClr val="tx1">
                    <a:lumMod val="90000"/>
                    <a:lumOff val="10000"/>
                  </a:schemeClr>
                </a:solidFill>
                <a:latin typeface="Vazir" panose="020B0603030804020204" pitchFamily="34" charset="-78"/>
                <a:ea typeface="Arial"/>
                <a:cs typeface="Vazir" panose="020B0603030804020204" pitchFamily="34" charset="-78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⬡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⬡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a-IR" dirty="0"/>
              <a:t>دانشگاه اصفهان</a:t>
            </a:r>
          </a:p>
          <a:p>
            <a:r>
              <a:rPr lang="fa-IR" dirty="0"/>
              <a:t>دانشکده مهندسی کامپیوتر</a:t>
            </a:r>
          </a:p>
          <a:p>
            <a:r>
              <a:rPr lang="fa-IR" dirty="0"/>
              <a:t>گروه مهندسی فناوری اطلاعات</a:t>
            </a:r>
          </a:p>
        </p:txBody>
      </p:sp>
      <p:sp>
        <p:nvSpPr>
          <p:cNvPr id="193" name="Google Shape;239;p17">
            <a:extLst>
              <a:ext uri="{FF2B5EF4-FFF2-40B4-BE49-F238E27FC236}">
                <a16:creationId xmlns:a16="http://schemas.microsoft.com/office/drawing/2014/main" id="{433169B9-33CE-4384-97B2-534E57CAFC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4533" y="366505"/>
            <a:ext cx="6010500" cy="39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2800" dirty="0">
                <a:latin typeface="Vazir" panose="020B0603030804020204" pitchFamily="34" charset="-78"/>
                <a:cs typeface="Vazir" panose="020B0603030804020204" pitchFamily="34" charset="-78"/>
              </a:rPr>
              <a:t>بخش سوم: روش پیشنهادی</a:t>
            </a:r>
            <a:endParaRPr sz="2800" dirty="0">
              <a:latin typeface="Vazir" panose="020B0603030804020204" pitchFamily="34" charset="-78"/>
              <a:cs typeface="Vazir" panose="020B0603030804020204" pitchFamily="34" charset="-78"/>
            </a:endParaRPr>
          </a:p>
        </p:txBody>
      </p:sp>
      <p:sp>
        <p:nvSpPr>
          <p:cNvPr id="217" name="Google Shape;125;p8">
            <a:extLst>
              <a:ext uri="{FF2B5EF4-FFF2-40B4-BE49-F238E27FC236}">
                <a16:creationId xmlns:a16="http://schemas.microsoft.com/office/drawing/2014/main" id="{1C9D5385-CA31-4C5C-BA9E-4B4243D6E0D2}"/>
              </a:ext>
            </a:extLst>
          </p:cNvPr>
          <p:cNvSpPr/>
          <p:nvPr/>
        </p:nvSpPr>
        <p:spPr>
          <a:xfrm>
            <a:off x="8574184" y="4822960"/>
            <a:ext cx="525386" cy="271414"/>
          </a:xfrm>
          <a:custGeom>
            <a:avLst/>
            <a:gdLst/>
            <a:ahLst/>
            <a:cxnLst/>
            <a:rect l="l" t="t" r="r" b="b"/>
            <a:pathLst>
              <a:path w="21598" h="21315" extrusionOk="0">
                <a:moveTo>
                  <a:pt x="21599" y="14389"/>
                </a:moveTo>
                <a:lnTo>
                  <a:pt x="21599" y="6924"/>
                </a:lnTo>
                <a:cubicBezTo>
                  <a:pt x="21599" y="5784"/>
                  <a:pt x="20918" y="4730"/>
                  <a:pt x="19814" y="4161"/>
                </a:cubicBezTo>
                <a:lnTo>
                  <a:pt x="12583" y="428"/>
                </a:lnTo>
                <a:cubicBezTo>
                  <a:pt x="11478" y="-142"/>
                  <a:pt x="10118" y="-142"/>
                  <a:pt x="9013" y="428"/>
                </a:cubicBezTo>
                <a:lnTo>
                  <a:pt x="1783" y="4161"/>
                </a:lnTo>
                <a:cubicBezTo>
                  <a:pt x="679" y="4731"/>
                  <a:pt x="0" y="5784"/>
                  <a:pt x="0" y="6924"/>
                </a:cubicBezTo>
                <a:lnTo>
                  <a:pt x="0" y="14392"/>
                </a:lnTo>
                <a:cubicBezTo>
                  <a:pt x="1" y="15532"/>
                  <a:pt x="681" y="16585"/>
                  <a:pt x="1785" y="17155"/>
                </a:cubicBezTo>
                <a:lnTo>
                  <a:pt x="9016" y="20888"/>
                </a:lnTo>
                <a:cubicBezTo>
                  <a:pt x="10120" y="21458"/>
                  <a:pt x="11481" y="21458"/>
                  <a:pt x="12585" y="20888"/>
                </a:cubicBezTo>
                <a:lnTo>
                  <a:pt x="19816" y="17155"/>
                </a:lnTo>
                <a:cubicBezTo>
                  <a:pt x="20920" y="16584"/>
                  <a:pt x="21600" y="15530"/>
                  <a:pt x="21599" y="14389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fa-IR" sz="1000" i="0" u="none" strike="noStrike" cap="none" dirty="0">
                <a:solidFill>
                  <a:schemeClr val="bg1"/>
                </a:solidFill>
                <a:latin typeface="Vazir FD-WOL" panose="020B0603030804020204" pitchFamily="34" charset="-78"/>
                <a:cs typeface="Vazir FD-WOL" panose="020B0603030804020204" pitchFamily="34" charset="-78"/>
              </a:rPr>
              <a:t>10</a:t>
            </a:r>
            <a:r>
              <a:rPr lang="fa-IR" sz="1000" i="0" u="none" strike="noStrike" cap="none" dirty="0">
                <a:solidFill>
                  <a:schemeClr val="bg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از </a:t>
            </a:r>
            <a:r>
              <a:rPr lang="fa-IR" sz="1000" i="0" u="none" strike="noStrike" cap="none" dirty="0">
                <a:solidFill>
                  <a:schemeClr val="bg1"/>
                </a:solidFill>
                <a:latin typeface="Vazir FD-WOL" panose="020B0603030804020204" pitchFamily="34" charset="-78"/>
                <a:cs typeface="Vazir FD-WOL" panose="020B0603030804020204" pitchFamily="34" charset="-78"/>
              </a:rPr>
              <a:t>19</a:t>
            </a:r>
            <a:endParaRPr sz="1000" i="0" u="none" strike="noStrike" cap="none" dirty="0">
              <a:solidFill>
                <a:schemeClr val="bg1"/>
              </a:solidFill>
              <a:latin typeface="Vazir FD-WOL" panose="020B0603030804020204" pitchFamily="34" charset="-78"/>
              <a:cs typeface="Vazir FD-WOL" panose="020B0603030804020204" pitchFamily="34" charset="-78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5E74D97-9564-4D89-ACF0-32408C707CFE}"/>
              </a:ext>
            </a:extLst>
          </p:cNvPr>
          <p:cNvGrpSpPr/>
          <p:nvPr/>
        </p:nvGrpSpPr>
        <p:grpSpPr>
          <a:xfrm>
            <a:off x="3881597" y="1140465"/>
            <a:ext cx="2667220" cy="3600177"/>
            <a:chOff x="-111753" y="1118287"/>
            <a:chExt cx="2937250" cy="3600177"/>
          </a:xfrm>
        </p:grpSpPr>
        <p:sp>
          <p:nvSpPr>
            <p:cNvPr id="51" name="Google Shape;323;p23">
              <a:extLst>
                <a:ext uri="{FF2B5EF4-FFF2-40B4-BE49-F238E27FC236}">
                  <a16:creationId xmlns:a16="http://schemas.microsoft.com/office/drawing/2014/main" id="{90767FC6-067F-4A1B-90DC-B87C4CBDF370}"/>
                </a:ext>
              </a:extLst>
            </p:cNvPr>
            <p:cNvSpPr/>
            <p:nvPr/>
          </p:nvSpPr>
          <p:spPr>
            <a:xfrm>
              <a:off x="-111753" y="1118287"/>
              <a:ext cx="2937250" cy="54690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a-IR" b="1" dirty="0">
                  <a:solidFill>
                    <a:schemeClr val="lt1"/>
                  </a:solidFill>
                  <a:latin typeface="Vazir" panose="020B0603030804020204" pitchFamily="34" charset="-78"/>
                  <a:ea typeface="Catamaran"/>
                  <a:cs typeface="Vazir" panose="020B0603030804020204" pitchFamily="34" charset="-78"/>
                  <a:sym typeface="Catamaran"/>
                </a:rPr>
                <a:t>آماده‌سازی داده‌ها جهت پردازش</a:t>
              </a:r>
              <a:endParaRPr sz="2400" b="1" dirty="0">
                <a:solidFill>
                  <a:schemeClr val="lt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endParaRPr>
            </a:p>
          </p:txBody>
        </p:sp>
        <p:sp>
          <p:nvSpPr>
            <p:cNvPr id="52" name="Google Shape;324;p23">
              <a:extLst>
                <a:ext uri="{FF2B5EF4-FFF2-40B4-BE49-F238E27FC236}">
                  <a16:creationId xmlns:a16="http://schemas.microsoft.com/office/drawing/2014/main" id="{C9EAB080-FFFD-4B1B-9008-C60FBBB9B41A}"/>
                </a:ext>
              </a:extLst>
            </p:cNvPr>
            <p:cNvSpPr/>
            <p:nvPr/>
          </p:nvSpPr>
          <p:spPr>
            <a:xfrm>
              <a:off x="-111753" y="2051045"/>
              <a:ext cx="2935574" cy="546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a-IR" b="1" dirty="0">
                  <a:solidFill>
                    <a:schemeClr val="lt1"/>
                  </a:solidFill>
                  <a:latin typeface="Vazir" panose="020B0603030804020204" pitchFamily="34" charset="-78"/>
                  <a:ea typeface="Catamaran"/>
                  <a:cs typeface="Vazir" panose="020B0603030804020204" pitchFamily="34" charset="-78"/>
                  <a:sym typeface="Catamaran"/>
                </a:rPr>
                <a:t>ساخت تصاویر ماسک جدید</a:t>
              </a:r>
              <a:endParaRPr sz="2400" b="1" dirty="0">
                <a:solidFill>
                  <a:schemeClr val="lt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endParaRPr>
            </a:p>
          </p:txBody>
        </p:sp>
        <p:sp>
          <p:nvSpPr>
            <p:cNvPr id="53" name="Google Shape;328;p23">
              <a:extLst>
                <a:ext uri="{FF2B5EF4-FFF2-40B4-BE49-F238E27FC236}">
                  <a16:creationId xmlns:a16="http://schemas.microsoft.com/office/drawing/2014/main" id="{AAB83F31-7227-4FD8-867E-7EB8238EAF8C}"/>
                </a:ext>
              </a:extLst>
            </p:cNvPr>
            <p:cNvSpPr/>
            <p:nvPr/>
          </p:nvSpPr>
          <p:spPr>
            <a:xfrm>
              <a:off x="-111015" y="3077764"/>
              <a:ext cx="2935574" cy="546900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a-IR" b="1" dirty="0">
                  <a:solidFill>
                    <a:schemeClr val="lt1"/>
                  </a:solidFill>
                  <a:latin typeface="Vazir" panose="020B0603030804020204" pitchFamily="34" charset="-78"/>
                  <a:ea typeface="Catamaran"/>
                  <a:cs typeface="Vazir" panose="020B0603030804020204" pitchFamily="34" charset="-78"/>
                  <a:sym typeface="Catamaran"/>
                </a:rPr>
                <a:t>استخراج ویژگی‌های رادیومیکس</a:t>
              </a:r>
              <a:endParaRPr sz="2400" b="1" dirty="0">
                <a:solidFill>
                  <a:schemeClr val="lt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endParaRPr>
            </a:p>
          </p:txBody>
        </p:sp>
        <p:sp>
          <p:nvSpPr>
            <p:cNvPr id="54" name="Google Shape;329;p23">
              <a:extLst>
                <a:ext uri="{FF2B5EF4-FFF2-40B4-BE49-F238E27FC236}">
                  <a16:creationId xmlns:a16="http://schemas.microsoft.com/office/drawing/2014/main" id="{7CB9EE37-0C8D-4101-8723-53B4A048FFE4}"/>
                </a:ext>
              </a:extLst>
            </p:cNvPr>
            <p:cNvSpPr/>
            <p:nvPr/>
          </p:nvSpPr>
          <p:spPr>
            <a:xfrm>
              <a:off x="-110856" y="4171564"/>
              <a:ext cx="2935574" cy="546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a-IR" b="1" dirty="0">
                  <a:solidFill>
                    <a:schemeClr val="lt1"/>
                  </a:solidFill>
                  <a:latin typeface="Vazir" panose="020B0603030804020204" pitchFamily="34" charset="-78"/>
                  <a:ea typeface="Catamaran"/>
                  <a:cs typeface="Vazir" panose="020B0603030804020204" pitchFamily="34" charset="-78"/>
                  <a:sym typeface="Catamaran"/>
                </a:rPr>
                <a:t>انتخاب ویژگی</a:t>
              </a:r>
              <a:endParaRPr sz="2400" b="1" dirty="0">
                <a:solidFill>
                  <a:schemeClr val="lt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endParaRPr>
            </a:p>
          </p:txBody>
        </p:sp>
        <p:cxnSp>
          <p:nvCxnSpPr>
            <p:cNvPr id="55" name="Google Shape;330;p23">
              <a:extLst>
                <a:ext uri="{FF2B5EF4-FFF2-40B4-BE49-F238E27FC236}">
                  <a16:creationId xmlns:a16="http://schemas.microsoft.com/office/drawing/2014/main" id="{6AFDCF97-9ADE-460E-AA00-17D4BEE87CFC}"/>
                </a:ext>
              </a:extLst>
            </p:cNvPr>
            <p:cNvCxnSpPr>
              <a:cxnSpLocks/>
              <a:stCxn id="51" idx="2"/>
              <a:endCxn id="52" idx="0"/>
            </p:cNvCxnSpPr>
            <p:nvPr/>
          </p:nvCxnSpPr>
          <p:spPr>
            <a:xfrm rot="5400000">
              <a:off x="1163524" y="1857697"/>
              <a:ext cx="385858" cy="838"/>
            </a:xfrm>
            <a:prstGeom prst="bentConnector3">
              <a:avLst>
                <a:gd name="adj1" fmla="val 50000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6" name="Google Shape;335;p23">
              <a:extLst>
                <a:ext uri="{FF2B5EF4-FFF2-40B4-BE49-F238E27FC236}">
                  <a16:creationId xmlns:a16="http://schemas.microsoft.com/office/drawing/2014/main" id="{77AC766E-3560-4B51-AB61-7C6B0CDD2B9A}"/>
                </a:ext>
              </a:extLst>
            </p:cNvPr>
            <p:cNvCxnSpPr>
              <a:cxnSpLocks/>
              <a:stCxn id="53" idx="0"/>
              <a:endCxn id="52" idx="2"/>
            </p:cNvCxnSpPr>
            <p:nvPr/>
          </p:nvCxnSpPr>
          <p:spPr>
            <a:xfrm rot="16200000" flipV="1">
              <a:off x="1116494" y="2837486"/>
              <a:ext cx="479819" cy="738"/>
            </a:xfrm>
            <a:prstGeom prst="bentConnector3">
              <a:avLst>
                <a:gd name="adj1" fmla="val 50000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7" name="Google Shape;335;p23">
              <a:extLst>
                <a:ext uri="{FF2B5EF4-FFF2-40B4-BE49-F238E27FC236}">
                  <a16:creationId xmlns:a16="http://schemas.microsoft.com/office/drawing/2014/main" id="{1B18CCB8-9764-495C-99F6-748F64826C20}"/>
                </a:ext>
              </a:extLst>
            </p:cNvPr>
            <p:cNvCxnSpPr>
              <a:cxnSpLocks/>
              <a:stCxn id="54" idx="0"/>
              <a:endCxn id="53" idx="2"/>
            </p:cNvCxnSpPr>
            <p:nvPr/>
          </p:nvCxnSpPr>
          <p:spPr>
            <a:xfrm rot="16200000" flipV="1">
              <a:off x="1083402" y="3898034"/>
              <a:ext cx="546900" cy="159"/>
            </a:xfrm>
            <a:prstGeom prst="bentConnector3">
              <a:avLst>
                <a:gd name="adj1" fmla="val 50000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43" name="Google Shape;324;p23">
            <a:extLst>
              <a:ext uri="{FF2B5EF4-FFF2-40B4-BE49-F238E27FC236}">
                <a16:creationId xmlns:a16="http://schemas.microsoft.com/office/drawing/2014/main" id="{2DF9100D-2962-483F-949D-3A065F715D4D}"/>
              </a:ext>
            </a:extLst>
          </p:cNvPr>
          <p:cNvSpPr/>
          <p:nvPr/>
        </p:nvSpPr>
        <p:spPr>
          <a:xfrm>
            <a:off x="2190073" y="962456"/>
            <a:ext cx="1451464" cy="3963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fa-IR" sz="1000" dirty="0">
                <a:solidFill>
                  <a:schemeClr val="lt1"/>
                </a:solidFill>
                <a:latin typeface="Vazir" panose="020B0603030804020204" pitchFamily="34" charset="-78"/>
                <a:cs typeface="Vazir" panose="020B0603030804020204" pitchFamily="34" charset="-78"/>
                <a:sym typeface="Catamaran"/>
              </a:rPr>
              <a:t>بارگذاری تصاویر</a:t>
            </a:r>
            <a:endParaRPr sz="1000" dirty="0">
              <a:solidFill>
                <a:schemeClr val="lt1"/>
              </a:solidFill>
              <a:latin typeface="Vazir" panose="020B0603030804020204" pitchFamily="34" charset="-78"/>
              <a:cs typeface="Vazir" panose="020B0603030804020204" pitchFamily="34" charset="-78"/>
              <a:sym typeface="Catamaran"/>
            </a:endParaRPr>
          </a:p>
        </p:txBody>
      </p:sp>
      <p:sp>
        <p:nvSpPr>
          <p:cNvPr id="44" name="Google Shape;325;p23">
            <a:extLst>
              <a:ext uri="{FF2B5EF4-FFF2-40B4-BE49-F238E27FC236}">
                <a16:creationId xmlns:a16="http://schemas.microsoft.com/office/drawing/2014/main" id="{1DB4AB8C-8760-4C03-A087-826749DFC4D1}"/>
              </a:ext>
            </a:extLst>
          </p:cNvPr>
          <p:cNvSpPr/>
          <p:nvPr/>
        </p:nvSpPr>
        <p:spPr>
          <a:xfrm>
            <a:off x="2195700" y="1480695"/>
            <a:ext cx="1451466" cy="39367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000" dirty="0">
                <a:solidFill>
                  <a:schemeClr val="lt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rPr>
              <a:t>جداسازی پیکسل‌های عفونی و غیرعفونی</a:t>
            </a:r>
            <a:endParaRPr sz="1000" dirty="0">
              <a:solidFill>
                <a:schemeClr val="lt1"/>
              </a:solidFill>
              <a:latin typeface="Vazir" panose="020B0603030804020204" pitchFamily="34" charset="-78"/>
              <a:ea typeface="Catamaran"/>
              <a:cs typeface="Vazir" panose="020B0603030804020204" pitchFamily="34" charset="-78"/>
              <a:sym typeface="Catamaran"/>
            </a:endParaRPr>
          </a:p>
        </p:txBody>
      </p:sp>
      <p:cxnSp>
        <p:nvCxnSpPr>
          <p:cNvPr id="45" name="Google Shape;330;p23">
            <a:extLst>
              <a:ext uri="{FF2B5EF4-FFF2-40B4-BE49-F238E27FC236}">
                <a16:creationId xmlns:a16="http://schemas.microsoft.com/office/drawing/2014/main" id="{CFCB67AE-B574-4C08-9C01-A682D23749AB}"/>
              </a:ext>
            </a:extLst>
          </p:cNvPr>
          <p:cNvCxnSpPr>
            <a:cxnSpLocks/>
            <a:stCxn id="51" idx="1"/>
            <a:endCxn id="43" idx="3"/>
          </p:cNvCxnSpPr>
          <p:nvPr/>
        </p:nvCxnSpPr>
        <p:spPr>
          <a:xfrm rot="10800000">
            <a:off x="3641537" y="1160607"/>
            <a:ext cx="240060" cy="253309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6" name="Google Shape;331;p23">
            <a:extLst>
              <a:ext uri="{FF2B5EF4-FFF2-40B4-BE49-F238E27FC236}">
                <a16:creationId xmlns:a16="http://schemas.microsoft.com/office/drawing/2014/main" id="{3385A725-C27F-4D72-93D3-0DAA6F964CDE}"/>
              </a:ext>
            </a:extLst>
          </p:cNvPr>
          <p:cNvCxnSpPr>
            <a:cxnSpLocks/>
            <a:stCxn id="44" idx="3"/>
            <a:endCxn id="51" idx="1"/>
          </p:cNvCxnSpPr>
          <p:nvPr/>
        </p:nvCxnSpPr>
        <p:spPr>
          <a:xfrm flipV="1">
            <a:off x="3647166" y="1413915"/>
            <a:ext cx="234431" cy="263616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7" name="Google Shape;335;p23">
            <a:extLst>
              <a:ext uri="{FF2B5EF4-FFF2-40B4-BE49-F238E27FC236}">
                <a16:creationId xmlns:a16="http://schemas.microsoft.com/office/drawing/2014/main" id="{A18FD259-06EE-4745-99C6-B51475AA21CD}"/>
              </a:ext>
            </a:extLst>
          </p:cNvPr>
          <p:cNvCxnSpPr>
            <a:cxnSpLocks/>
            <a:stCxn id="48" idx="3"/>
            <a:endCxn id="51" idx="1"/>
          </p:cNvCxnSpPr>
          <p:nvPr/>
        </p:nvCxnSpPr>
        <p:spPr>
          <a:xfrm>
            <a:off x="2228238" y="1411227"/>
            <a:ext cx="1653359" cy="2688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" name="Google Shape;324;p23">
            <a:extLst>
              <a:ext uri="{FF2B5EF4-FFF2-40B4-BE49-F238E27FC236}">
                <a16:creationId xmlns:a16="http://schemas.microsoft.com/office/drawing/2014/main" id="{74C5A4CA-AC54-4331-B473-E8D033545FC9}"/>
              </a:ext>
            </a:extLst>
          </p:cNvPr>
          <p:cNvSpPr/>
          <p:nvPr/>
        </p:nvSpPr>
        <p:spPr>
          <a:xfrm>
            <a:off x="776773" y="1214391"/>
            <a:ext cx="1451465" cy="39367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fa-IR" sz="1000" dirty="0">
                <a:solidFill>
                  <a:schemeClr val="lt1"/>
                </a:solidFill>
                <a:latin typeface="Vazir" panose="020B0603030804020204" pitchFamily="34" charset="-78"/>
                <a:cs typeface="Vazir" panose="020B0603030804020204" pitchFamily="34" charset="-78"/>
                <a:sym typeface="Catamaran"/>
              </a:rPr>
              <a:t>استخراج پیکسل‌ها</a:t>
            </a:r>
            <a:endParaRPr sz="1000" dirty="0">
              <a:solidFill>
                <a:schemeClr val="lt1"/>
              </a:solidFill>
              <a:latin typeface="Vazir" panose="020B0603030804020204" pitchFamily="34" charset="-78"/>
              <a:cs typeface="Vazir" panose="020B0603030804020204" pitchFamily="34" charset="-78"/>
              <a:sym typeface="Catamaran"/>
            </a:endParaRPr>
          </a:p>
        </p:txBody>
      </p:sp>
      <p:sp>
        <p:nvSpPr>
          <p:cNvPr id="81" name="Google Shape;324;p23">
            <a:extLst>
              <a:ext uri="{FF2B5EF4-FFF2-40B4-BE49-F238E27FC236}">
                <a16:creationId xmlns:a16="http://schemas.microsoft.com/office/drawing/2014/main" id="{8383237B-F8F8-433B-B88B-1CF6F93CA3FA}"/>
              </a:ext>
            </a:extLst>
          </p:cNvPr>
          <p:cNvSpPr/>
          <p:nvPr/>
        </p:nvSpPr>
        <p:spPr>
          <a:xfrm>
            <a:off x="959404" y="1931366"/>
            <a:ext cx="1454077" cy="393671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fa-IR" sz="1000" dirty="0">
                <a:solidFill>
                  <a:schemeClr val="lt1"/>
                </a:solidFill>
                <a:latin typeface="Vazir" panose="020B0603030804020204" pitchFamily="34" charset="-78"/>
                <a:cs typeface="Vazir" panose="020B0603030804020204" pitchFamily="34" charset="-78"/>
                <a:sym typeface="Catamaran"/>
              </a:rPr>
              <a:t>ساخت مکعب اطراف هر پیکسل</a:t>
            </a:r>
            <a:endParaRPr sz="1000" dirty="0">
              <a:solidFill>
                <a:schemeClr val="lt1"/>
              </a:solidFill>
              <a:latin typeface="Vazir" panose="020B0603030804020204" pitchFamily="34" charset="-78"/>
              <a:cs typeface="Vazir" panose="020B0603030804020204" pitchFamily="34" charset="-78"/>
              <a:sym typeface="Catamaran"/>
            </a:endParaRPr>
          </a:p>
        </p:txBody>
      </p:sp>
      <p:sp>
        <p:nvSpPr>
          <p:cNvPr id="82" name="Google Shape;325;p23">
            <a:extLst>
              <a:ext uri="{FF2B5EF4-FFF2-40B4-BE49-F238E27FC236}">
                <a16:creationId xmlns:a16="http://schemas.microsoft.com/office/drawing/2014/main" id="{CC9224BB-61D7-41CC-A027-F83DF953FC16}"/>
              </a:ext>
            </a:extLst>
          </p:cNvPr>
          <p:cNvSpPr/>
          <p:nvPr/>
        </p:nvSpPr>
        <p:spPr>
          <a:xfrm>
            <a:off x="959403" y="2362658"/>
            <a:ext cx="1454077" cy="396300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000" dirty="0">
                <a:solidFill>
                  <a:schemeClr val="lt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rPr>
              <a:t>تبدیل ماتریس به تصویر</a:t>
            </a:r>
            <a:endParaRPr sz="1000" dirty="0">
              <a:solidFill>
                <a:schemeClr val="lt1"/>
              </a:solidFill>
              <a:latin typeface="Vazir" panose="020B0603030804020204" pitchFamily="34" charset="-78"/>
              <a:ea typeface="Catamaran"/>
              <a:cs typeface="Vazir" panose="020B0603030804020204" pitchFamily="34" charset="-78"/>
              <a:sym typeface="Catamaran"/>
            </a:endParaRPr>
          </a:p>
        </p:txBody>
      </p:sp>
      <p:cxnSp>
        <p:nvCxnSpPr>
          <p:cNvPr id="83" name="Google Shape;330;p23">
            <a:extLst>
              <a:ext uri="{FF2B5EF4-FFF2-40B4-BE49-F238E27FC236}">
                <a16:creationId xmlns:a16="http://schemas.microsoft.com/office/drawing/2014/main" id="{8C98833E-EF3B-44D3-BFDA-E9E7F56C781C}"/>
              </a:ext>
            </a:extLst>
          </p:cNvPr>
          <p:cNvCxnSpPr>
            <a:cxnSpLocks/>
            <a:stCxn id="52" idx="1"/>
            <a:endCxn id="81" idx="3"/>
          </p:cNvCxnSpPr>
          <p:nvPr/>
        </p:nvCxnSpPr>
        <p:spPr>
          <a:xfrm rot="10800000">
            <a:off x="2413481" y="2128203"/>
            <a:ext cx="1468116" cy="218471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4" name="Google Shape;331;p23">
            <a:extLst>
              <a:ext uri="{FF2B5EF4-FFF2-40B4-BE49-F238E27FC236}">
                <a16:creationId xmlns:a16="http://schemas.microsoft.com/office/drawing/2014/main" id="{F1CDC9BE-C940-44D1-97D8-485B5D18A8BB}"/>
              </a:ext>
            </a:extLst>
          </p:cNvPr>
          <p:cNvCxnSpPr>
            <a:cxnSpLocks/>
            <a:stCxn id="82" idx="3"/>
            <a:endCxn id="52" idx="1"/>
          </p:cNvCxnSpPr>
          <p:nvPr/>
        </p:nvCxnSpPr>
        <p:spPr>
          <a:xfrm flipV="1">
            <a:off x="2413480" y="2346673"/>
            <a:ext cx="1468117" cy="214135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5" name="Google Shape;324;p23">
            <a:extLst>
              <a:ext uri="{FF2B5EF4-FFF2-40B4-BE49-F238E27FC236}">
                <a16:creationId xmlns:a16="http://schemas.microsoft.com/office/drawing/2014/main" id="{4A1ECB37-3849-4F80-B62D-5D8A296D005A}"/>
              </a:ext>
            </a:extLst>
          </p:cNvPr>
          <p:cNvSpPr/>
          <p:nvPr/>
        </p:nvSpPr>
        <p:spPr>
          <a:xfrm>
            <a:off x="1184800" y="3172303"/>
            <a:ext cx="1459548" cy="402073"/>
          </a:xfrm>
          <a:prstGeom prst="roundRect">
            <a:avLst>
              <a:gd name="adj" fmla="val 50000"/>
            </a:avLst>
          </a:prstGeom>
          <a:solidFill>
            <a:schemeClr val="tx1">
              <a:lumMod val="25000"/>
              <a:lumOff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fa-IR" sz="1000" dirty="0">
                <a:solidFill>
                  <a:schemeClr val="lt1"/>
                </a:solidFill>
                <a:latin typeface="Vazir" panose="020B0603030804020204" pitchFamily="34" charset="-78"/>
                <a:cs typeface="Vazir" panose="020B0603030804020204" pitchFamily="34" charset="-78"/>
                <a:sym typeface="Catamaran"/>
              </a:rPr>
              <a:t>سفارشی‌سازی در رادیومیکس</a:t>
            </a:r>
            <a:endParaRPr sz="1000" dirty="0">
              <a:solidFill>
                <a:schemeClr val="lt1"/>
              </a:solidFill>
              <a:latin typeface="Vazir" panose="020B0603030804020204" pitchFamily="34" charset="-78"/>
              <a:cs typeface="Vazir" panose="020B0603030804020204" pitchFamily="34" charset="-78"/>
              <a:sym typeface="Catamaran"/>
            </a:endParaRPr>
          </a:p>
        </p:txBody>
      </p:sp>
      <p:sp>
        <p:nvSpPr>
          <p:cNvPr id="126" name="Google Shape;325;p23">
            <a:extLst>
              <a:ext uri="{FF2B5EF4-FFF2-40B4-BE49-F238E27FC236}">
                <a16:creationId xmlns:a16="http://schemas.microsoft.com/office/drawing/2014/main" id="{D086E601-67E7-4295-B007-17714C445D95}"/>
              </a:ext>
            </a:extLst>
          </p:cNvPr>
          <p:cNvSpPr/>
          <p:nvPr/>
        </p:nvSpPr>
        <p:spPr>
          <a:xfrm>
            <a:off x="1197135" y="4164155"/>
            <a:ext cx="1459548" cy="402073"/>
          </a:xfrm>
          <a:prstGeom prst="roundRect">
            <a:avLst>
              <a:gd name="adj" fmla="val 50000"/>
            </a:avLst>
          </a:prstGeom>
          <a:solidFill>
            <a:schemeClr val="tx1">
              <a:lumMod val="25000"/>
              <a:lumOff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fa-IR" sz="1000" dirty="0">
                <a:solidFill>
                  <a:schemeClr val="lt1"/>
                </a:solidFill>
                <a:latin typeface="Vazir" panose="020B0603030804020204" pitchFamily="34" charset="-78"/>
                <a:cs typeface="Vazir" panose="020B0603030804020204" pitchFamily="34" charset="-78"/>
                <a:sym typeface="Catamaran"/>
              </a:rPr>
              <a:t>به‌دست‌آوردن مقادیر ویژگی‌های رادیومیکس</a:t>
            </a:r>
            <a:endParaRPr sz="1000" dirty="0">
              <a:solidFill>
                <a:schemeClr val="lt1"/>
              </a:solidFill>
              <a:latin typeface="Vazir" panose="020B0603030804020204" pitchFamily="34" charset="-78"/>
              <a:cs typeface="Vazir" panose="020B0603030804020204" pitchFamily="34" charset="-78"/>
              <a:sym typeface="Catamaran"/>
            </a:endParaRPr>
          </a:p>
        </p:txBody>
      </p:sp>
      <p:cxnSp>
        <p:nvCxnSpPr>
          <p:cNvPr id="127" name="Google Shape;330;p23">
            <a:extLst>
              <a:ext uri="{FF2B5EF4-FFF2-40B4-BE49-F238E27FC236}">
                <a16:creationId xmlns:a16="http://schemas.microsoft.com/office/drawing/2014/main" id="{36E92253-AA8B-40F2-94D0-93E33ED0B859}"/>
              </a:ext>
            </a:extLst>
          </p:cNvPr>
          <p:cNvCxnSpPr>
            <a:cxnSpLocks/>
            <a:stCxn id="53" idx="1"/>
            <a:endCxn id="125" idx="3"/>
          </p:cNvCxnSpPr>
          <p:nvPr/>
        </p:nvCxnSpPr>
        <p:spPr>
          <a:xfrm rot="10800000">
            <a:off x="2644349" y="3373340"/>
            <a:ext cx="1237919" cy="52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8" name="Google Shape;331;p23">
            <a:extLst>
              <a:ext uri="{FF2B5EF4-FFF2-40B4-BE49-F238E27FC236}">
                <a16:creationId xmlns:a16="http://schemas.microsoft.com/office/drawing/2014/main" id="{91D5E0DA-D204-415B-BF80-5135A44ABBD7}"/>
              </a:ext>
            </a:extLst>
          </p:cNvPr>
          <p:cNvCxnSpPr>
            <a:cxnSpLocks/>
            <a:stCxn id="126" idx="3"/>
            <a:endCxn id="53" idx="1"/>
          </p:cNvCxnSpPr>
          <p:nvPr/>
        </p:nvCxnSpPr>
        <p:spPr>
          <a:xfrm flipV="1">
            <a:off x="2656683" y="3373392"/>
            <a:ext cx="1225584" cy="9918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9" name="Google Shape;335;p23">
            <a:extLst>
              <a:ext uri="{FF2B5EF4-FFF2-40B4-BE49-F238E27FC236}">
                <a16:creationId xmlns:a16="http://schemas.microsoft.com/office/drawing/2014/main" id="{3E515A85-0352-4E07-8B94-B7D75963EDF5}"/>
              </a:ext>
            </a:extLst>
          </p:cNvPr>
          <p:cNvCxnSpPr>
            <a:cxnSpLocks/>
            <a:stCxn id="130" idx="3"/>
            <a:endCxn id="53" idx="1"/>
          </p:cNvCxnSpPr>
          <p:nvPr/>
        </p:nvCxnSpPr>
        <p:spPr>
          <a:xfrm flipV="1">
            <a:off x="2644348" y="3373392"/>
            <a:ext cx="1237919" cy="485514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0" name="Google Shape;324;p23">
            <a:extLst>
              <a:ext uri="{FF2B5EF4-FFF2-40B4-BE49-F238E27FC236}">
                <a16:creationId xmlns:a16="http://schemas.microsoft.com/office/drawing/2014/main" id="{68442735-A00D-4847-9E6F-CBE15302D776}"/>
              </a:ext>
            </a:extLst>
          </p:cNvPr>
          <p:cNvSpPr/>
          <p:nvPr/>
        </p:nvSpPr>
        <p:spPr>
          <a:xfrm>
            <a:off x="1184800" y="3657869"/>
            <a:ext cx="1459548" cy="402073"/>
          </a:xfrm>
          <a:prstGeom prst="roundRect">
            <a:avLst>
              <a:gd name="adj" fmla="val 50000"/>
            </a:avLst>
          </a:prstGeom>
          <a:solidFill>
            <a:schemeClr val="tx1">
              <a:lumMod val="25000"/>
              <a:lumOff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fa-IR" sz="1000" dirty="0">
                <a:solidFill>
                  <a:schemeClr val="lt1"/>
                </a:solidFill>
                <a:latin typeface="Vazir" panose="020B0603030804020204" pitchFamily="34" charset="-78"/>
                <a:cs typeface="Vazir" panose="020B0603030804020204" pitchFamily="34" charset="-78"/>
                <a:sym typeface="Catamaran"/>
              </a:rPr>
              <a:t>تنظیم پارامترهای اولیه</a:t>
            </a:r>
            <a:endParaRPr sz="1000" dirty="0">
              <a:solidFill>
                <a:schemeClr val="lt1"/>
              </a:solidFill>
              <a:latin typeface="Vazir" panose="020B0603030804020204" pitchFamily="34" charset="-78"/>
              <a:cs typeface="Vazir" panose="020B0603030804020204" pitchFamily="34" charset="-78"/>
              <a:sym typeface="Catamaran"/>
            </a:endParaRPr>
          </a:p>
        </p:txBody>
      </p:sp>
    </p:spTree>
    <p:extLst>
      <p:ext uri="{BB962C8B-B14F-4D97-AF65-F5344CB8AC3E}">
        <p14:creationId xmlns:p14="http://schemas.microsoft.com/office/powerpoint/2010/main" val="2767879906"/>
      </p:ext>
    </p:extLst>
  </p:cSld>
  <p:clrMapOvr>
    <a:masterClrMapping/>
  </p:clrMapOvr>
  <p:transition spd="slow">
    <p:comb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92EB0CC-A94B-419A-A4FA-3D53B5B5D1DD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ar-BH" dirty="0">
                <a:latin typeface="Vazir" panose="020B0603030804020204" pitchFamily="34" charset="-78"/>
                <a:cs typeface="Vazir" panose="020B0603030804020204" pitchFamily="34" charset="-78"/>
              </a:rPr>
              <a:t>سحر سرکار - تحلیل ویژگی‌های رادیومیکس برای تشخیص عفونت در ریه - شهریور </a:t>
            </a:r>
            <a:r>
              <a:rPr lang="ar-BH" dirty="0">
                <a:latin typeface="Vazir FD-WOL" panose="020B0603030804020204" pitchFamily="34" charset="-78"/>
                <a:cs typeface="Vazir FD-WOL" panose="020B0603030804020204" pitchFamily="34" charset="-78"/>
              </a:rPr>
              <a:t>1400</a:t>
            </a:r>
            <a:endParaRPr lang="en-US" dirty="0">
              <a:latin typeface="Vazir FD-WOL" panose="020B0603030804020204" pitchFamily="34" charset="-78"/>
              <a:cs typeface="Vazir FD-WOL" panose="020B0603030804020204" pitchFamily="34" charset="-78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5A031A7-13FD-47CE-A02B-DE9AC34C57FE}"/>
              </a:ext>
            </a:extLst>
          </p:cNvPr>
          <p:cNvGrpSpPr/>
          <p:nvPr/>
        </p:nvGrpSpPr>
        <p:grpSpPr>
          <a:xfrm rot="16200000">
            <a:off x="4892224" y="1966620"/>
            <a:ext cx="6152709" cy="886850"/>
            <a:chOff x="0" y="2536120"/>
            <a:chExt cx="9144000" cy="1011043"/>
          </a:xfrm>
        </p:grpSpPr>
        <p:sp>
          <p:nvSpPr>
            <p:cNvPr id="58" name="Google Shape;594;p39">
              <a:extLst>
                <a:ext uri="{FF2B5EF4-FFF2-40B4-BE49-F238E27FC236}">
                  <a16:creationId xmlns:a16="http://schemas.microsoft.com/office/drawing/2014/main" id="{50921073-1AD5-4BF4-B917-0BD453041470}"/>
                </a:ext>
              </a:extLst>
            </p:cNvPr>
            <p:cNvSpPr/>
            <p:nvPr/>
          </p:nvSpPr>
          <p:spPr>
            <a:xfrm>
              <a:off x="0" y="2536120"/>
              <a:ext cx="9144000" cy="1011043"/>
            </a:xfrm>
            <a:custGeom>
              <a:avLst/>
              <a:gdLst/>
              <a:ahLst/>
              <a:cxnLst/>
              <a:rect l="l" t="t" r="r" b="b"/>
              <a:pathLst>
                <a:path w="12192000" h="1348058" extrusionOk="0">
                  <a:moveTo>
                    <a:pt x="12192000" y="0"/>
                  </a:moveTo>
                  <a:lnTo>
                    <a:pt x="10837333" y="0"/>
                  </a:lnTo>
                  <a:cubicBezTo>
                    <a:pt x="10463295" y="0"/>
                    <a:pt x="10160000" y="301773"/>
                    <a:pt x="10160000" y="674029"/>
                  </a:cubicBezTo>
                  <a:lnTo>
                    <a:pt x="10160000" y="674029"/>
                  </a:lnTo>
                  <a:cubicBezTo>
                    <a:pt x="10160000" y="1046281"/>
                    <a:pt x="9856705" y="1348059"/>
                    <a:pt x="9482667" y="1348059"/>
                  </a:cubicBezTo>
                  <a:lnTo>
                    <a:pt x="9482667" y="1348059"/>
                  </a:lnTo>
                  <a:cubicBezTo>
                    <a:pt x="9108581" y="1348059"/>
                    <a:pt x="8805333" y="1046281"/>
                    <a:pt x="8805333" y="674029"/>
                  </a:cubicBezTo>
                  <a:lnTo>
                    <a:pt x="8805333" y="674029"/>
                  </a:lnTo>
                  <a:cubicBezTo>
                    <a:pt x="8805333" y="301773"/>
                    <a:pt x="8502086" y="0"/>
                    <a:pt x="8128000" y="0"/>
                  </a:cubicBezTo>
                  <a:lnTo>
                    <a:pt x="8128000" y="0"/>
                  </a:lnTo>
                  <a:cubicBezTo>
                    <a:pt x="7753915" y="0"/>
                    <a:pt x="7450667" y="301773"/>
                    <a:pt x="7450667" y="674029"/>
                  </a:cubicBezTo>
                  <a:lnTo>
                    <a:pt x="7450667" y="674029"/>
                  </a:lnTo>
                  <a:cubicBezTo>
                    <a:pt x="7450667" y="1046281"/>
                    <a:pt x="7147419" y="1348059"/>
                    <a:pt x="6773334" y="1348059"/>
                  </a:cubicBezTo>
                  <a:lnTo>
                    <a:pt x="6773334" y="1348059"/>
                  </a:lnTo>
                  <a:cubicBezTo>
                    <a:pt x="6399248" y="1348059"/>
                    <a:pt x="6096000" y="1046281"/>
                    <a:pt x="6096000" y="674029"/>
                  </a:cubicBezTo>
                  <a:lnTo>
                    <a:pt x="6096000" y="674029"/>
                  </a:lnTo>
                  <a:cubicBezTo>
                    <a:pt x="6096000" y="301773"/>
                    <a:pt x="5792753" y="0"/>
                    <a:pt x="5418667" y="0"/>
                  </a:cubicBezTo>
                  <a:lnTo>
                    <a:pt x="5418667" y="0"/>
                  </a:lnTo>
                  <a:cubicBezTo>
                    <a:pt x="5044581" y="0"/>
                    <a:pt x="4741334" y="301773"/>
                    <a:pt x="4741334" y="674029"/>
                  </a:cubicBezTo>
                  <a:lnTo>
                    <a:pt x="4741334" y="674029"/>
                  </a:lnTo>
                  <a:cubicBezTo>
                    <a:pt x="4741334" y="1046281"/>
                    <a:pt x="4438076" y="1348059"/>
                    <a:pt x="4064000" y="1348059"/>
                  </a:cubicBezTo>
                  <a:lnTo>
                    <a:pt x="4064000" y="1348059"/>
                  </a:lnTo>
                  <a:cubicBezTo>
                    <a:pt x="3689924" y="1348059"/>
                    <a:pt x="3386667" y="1046281"/>
                    <a:pt x="3386667" y="674029"/>
                  </a:cubicBezTo>
                  <a:lnTo>
                    <a:pt x="3386667" y="674029"/>
                  </a:lnTo>
                  <a:cubicBezTo>
                    <a:pt x="3386667" y="301773"/>
                    <a:pt x="3083410" y="0"/>
                    <a:pt x="2709333" y="0"/>
                  </a:cubicBezTo>
                  <a:lnTo>
                    <a:pt x="2709333" y="0"/>
                  </a:lnTo>
                  <a:cubicBezTo>
                    <a:pt x="2335257" y="0"/>
                    <a:pt x="2032000" y="301773"/>
                    <a:pt x="2032000" y="674029"/>
                  </a:cubicBezTo>
                  <a:lnTo>
                    <a:pt x="2032000" y="674029"/>
                  </a:lnTo>
                  <a:cubicBezTo>
                    <a:pt x="2032000" y="1046281"/>
                    <a:pt x="1728743" y="1348059"/>
                    <a:pt x="1354667" y="1348059"/>
                  </a:cubicBezTo>
                  <a:lnTo>
                    <a:pt x="0" y="1348059"/>
                  </a:lnTo>
                </a:path>
              </a:pathLst>
            </a:custGeom>
            <a:noFill/>
            <a:ln w="228600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Vazir" panose="020B0603030804020204" pitchFamily="34" charset="-78"/>
                <a:ea typeface="Calibri"/>
                <a:cs typeface="Vazir" panose="020B0603030804020204" pitchFamily="34" charset="-78"/>
                <a:sym typeface="Calibri"/>
              </a:endParaRPr>
            </a:p>
          </p:txBody>
        </p:sp>
        <p:sp>
          <p:nvSpPr>
            <p:cNvPr id="59" name="Google Shape;595;p39">
              <a:extLst>
                <a:ext uri="{FF2B5EF4-FFF2-40B4-BE49-F238E27FC236}">
                  <a16:creationId xmlns:a16="http://schemas.microsoft.com/office/drawing/2014/main" id="{80BD9715-5D54-48BA-8232-EBD61376B29C}"/>
                </a:ext>
              </a:extLst>
            </p:cNvPr>
            <p:cNvSpPr/>
            <p:nvPr/>
          </p:nvSpPr>
          <p:spPr>
            <a:xfrm>
              <a:off x="0" y="2536120"/>
              <a:ext cx="9144000" cy="1011043"/>
            </a:xfrm>
            <a:custGeom>
              <a:avLst/>
              <a:gdLst/>
              <a:ahLst/>
              <a:cxnLst/>
              <a:rect l="l" t="t" r="r" b="b"/>
              <a:pathLst>
                <a:path w="12192000" h="1348058" extrusionOk="0">
                  <a:moveTo>
                    <a:pt x="12192000" y="0"/>
                  </a:moveTo>
                  <a:lnTo>
                    <a:pt x="10837333" y="0"/>
                  </a:lnTo>
                  <a:cubicBezTo>
                    <a:pt x="10463295" y="0"/>
                    <a:pt x="10160000" y="301773"/>
                    <a:pt x="10160000" y="674029"/>
                  </a:cubicBezTo>
                  <a:lnTo>
                    <a:pt x="10160000" y="674029"/>
                  </a:lnTo>
                  <a:cubicBezTo>
                    <a:pt x="10160000" y="1046281"/>
                    <a:pt x="9856705" y="1348059"/>
                    <a:pt x="9482667" y="1348059"/>
                  </a:cubicBezTo>
                  <a:lnTo>
                    <a:pt x="9482667" y="1348059"/>
                  </a:lnTo>
                  <a:cubicBezTo>
                    <a:pt x="9108581" y="1348059"/>
                    <a:pt x="8805333" y="1046281"/>
                    <a:pt x="8805333" y="674029"/>
                  </a:cubicBezTo>
                  <a:lnTo>
                    <a:pt x="8805333" y="674029"/>
                  </a:lnTo>
                  <a:cubicBezTo>
                    <a:pt x="8805333" y="301773"/>
                    <a:pt x="8502086" y="0"/>
                    <a:pt x="8128000" y="0"/>
                  </a:cubicBezTo>
                  <a:lnTo>
                    <a:pt x="8128000" y="0"/>
                  </a:lnTo>
                  <a:cubicBezTo>
                    <a:pt x="7753915" y="0"/>
                    <a:pt x="7450667" y="301773"/>
                    <a:pt x="7450667" y="674029"/>
                  </a:cubicBezTo>
                  <a:lnTo>
                    <a:pt x="7450667" y="674029"/>
                  </a:lnTo>
                  <a:cubicBezTo>
                    <a:pt x="7450667" y="1046281"/>
                    <a:pt x="7147419" y="1348059"/>
                    <a:pt x="6773334" y="1348059"/>
                  </a:cubicBezTo>
                  <a:lnTo>
                    <a:pt x="6773334" y="1348059"/>
                  </a:lnTo>
                  <a:cubicBezTo>
                    <a:pt x="6399248" y="1348059"/>
                    <a:pt x="6096000" y="1046281"/>
                    <a:pt x="6096000" y="674029"/>
                  </a:cubicBezTo>
                  <a:lnTo>
                    <a:pt x="6096000" y="674029"/>
                  </a:lnTo>
                  <a:cubicBezTo>
                    <a:pt x="6096000" y="301773"/>
                    <a:pt x="5792753" y="0"/>
                    <a:pt x="5418667" y="0"/>
                  </a:cubicBezTo>
                  <a:lnTo>
                    <a:pt x="5418667" y="0"/>
                  </a:lnTo>
                  <a:cubicBezTo>
                    <a:pt x="5044581" y="0"/>
                    <a:pt x="4741334" y="301773"/>
                    <a:pt x="4741334" y="674029"/>
                  </a:cubicBezTo>
                  <a:lnTo>
                    <a:pt x="4741334" y="674029"/>
                  </a:lnTo>
                  <a:cubicBezTo>
                    <a:pt x="4741334" y="1046281"/>
                    <a:pt x="4438076" y="1348059"/>
                    <a:pt x="4064000" y="1348059"/>
                  </a:cubicBezTo>
                  <a:lnTo>
                    <a:pt x="4064000" y="1348059"/>
                  </a:lnTo>
                  <a:cubicBezTo>
                    <a:pt x="3689924" y="1348059"/>
                    <a:pt x="3386667" y="1046281"/>
                    <a:pt x="3386667" y="674029"/>
                  </a:cubicBezTo>
                  <a:lnTo>
                    <a:pt x="3386667" y="674029"/>
                  </a:lnTo>
                  <a:cubicBezTo>
                    <a:pt x="3386667" y="301773"/>
                    <a:pt x="3083410" y="0"/>
                    <a:pt x="2709333" y="0"/>
                  </a:cubicBezTo>
                  <a:lnTo>
                    <a:pt x="2709333" y="0"/>
                  </a:lnTo>
                  <a:cubicBezTo>
                    <a:pt x="2335257" y="0"/>
                    <a:pt x="2032000" y="301773"/>
                    <a:pt x="2032000" y="674029"/>
                  </a:cubicBezTo>
                  <a:lnTo>
                    <a:pt x="2032000" y="674029"/>
                  </a:lnTo>
                  <a:cubicBezTo>
                    <a:pt x="2032000" y="1046281"/>
                    <a:pt x="1728743" y="1348059"/>
                    <a:pt x="1354667" y="1348059"/>
                  </a:cubicBezTo>
                  <a:lnTo>
                    <a:pt x="0" y="1348059"/>
                  </a:lnTo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dash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Vazir" panose="020B0603030804020204" pitchFamily="34" charset="-78"/>
                <a:ea typeface="Calibri"/>
                <a:cs typeface="Vazir" panose="020B0603030804020204" pitchFamily="34" charset="-78"/>
                <a:sym typeface="Calibri"/>
              </a:endParaRPr>
            </a:p>
          </p:txBody>
        </p:sp>
      </p:grpSp>
      <p:sp>
        <p:nvSpPr>
          <p:cNvPr id="122" name="Google Shape;616;p39">
            <a:extLst>
              <a:ext uri="{FF2B5EF4-FFF2-40B4-BE49-F238E27FC236}">
                <a16:creationId xmlns:a16="http://schemas.microsoft.com/office/drawing/2014/main" id="{F29FF600-2F87-4B4C-95EA-EF55460CBCEA}"/>
              </a:ext>
            </a:extLst>
          </p:cNvPr>
          <p:cNvSpPr txBox="1"/>
          <p:nvPr/>
        </p:nvSpPr>
        <p:spPr>
          <a:xfrm>
            <a:off x="8372054" y="2255511"/>
            <a:ext cx="727517" cy="194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900" dirty="0">
                <a:solidFill>
                  <a:schemeClr val="dk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rPr>
              <a:t>روش پیشنهادی</a:t>
            </a:r>
            <a:endParaRPr sz="900" dirty="0">
              <a:solidFill>
                <a:schemeClr val="dk1"/>
              </a:solidFill>
              <a:latin typeface="Vazir" panose="020B0603030804020204" pitchFamily="34" charset="-78"/>
              <a:ea typeface="Catamaran"/>
              <a:cs typeface="Vazir" panose="020B0603030804020204" pitchFamily="34" charset="-78"/>
              <a:sym typeface="Catamaran"/>
            </a:endParaRPr>
          </a:p>
        </p:txBody>
      </p: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A2931612-A263-42C4-9F74-FD8FD8FE4783}"/>
              </a:ext>
            </a:extLst>
          </p:cNvPr>
          <p:cNvGrpSpPr/>
          <p:nvPr/>
        </p:nvGrpSpPr>
        <p:grpSpPr>
          <a:xfrm>
            <a:off x="6958941" y="1229022"/>
            <a:ext cx="334744" cy="334744"/>
            <a:chOff x="5858533" y="3371391"/>
            <a:chExt cx="334744" cy="334744"/>
          </a:xfrm>
        </p:grpSpPr>
        <p:sp>
          <p:nvSpPr>
            <p:cNvPr id="161" name="Google Shape;606;p39">
              <a:extLst>
                <a:ext uri="{FF2B5EF4-FFF2-40B4-BE49-F238E27FC236}">
                  <a16:creationId xmlns:a16="http://schemas.microsoft.com/office/drawing/2014/main" id="{9A8714E9-F157-4C6C-8C36-CF5D87D403B3}"/>
                </a:ext>
              </a:extLst>
            </p:cNvPr>
            <p:cNvSpPr/>
            <p:nvPr/>
          </p:nvSpPr>
          <p:spPr>
            <a:xfrm rot="2637262">
              <a:off x="5858533" y="3371391"/>
              <a:ext cx="334744" cy="334744"/>
            </a:xfrm>
            <a:prstGeom prst="teardrop">
              <a:avLst>
                <a:gd name="adj" fmla="val 95976"/>
              </a:avLst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  <p:sp>
          <p:nvSpPr>
            <p:cNvPr id="162" name="Google Shape;607;p39">
              <a:extLst>
                <a:ext uri="{FF2B5EF4-FFF2-40B4-BE49-F238E27FC236}">
                  <a16:creationId xmlns:a16="http://schemas.microsoft.com/office/drawing/2014/main" id="{7BBF0579-51AE-48EA-A3E0-5FBFDD196F32}"/>
                </a:ext>
              </a:extLst>
            </p:cNvPr>
            <p:cNvSpPr/>
            <p:nvPr/>
          </p:nvSpPr>
          <p:spPr>
            <a:xfrm flipH="1">
              <a:off x="5958855" y="3478265"/>
              <a:ext cx="134100" cy="13409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a-IR" sz="800" dirty="0">
                  <a:solidFill>
                    <a:schemeClr val="dk1"/>
                  </a:solidFill>
                  <a:latin typeface="Vazir FD-WOL" panose="020B0603030804020204" pitchFamily="34" charset="-78"/>
                  <a:ea typeface="Catamaran"/>
                  <a:cs typeface="Vazir FD-WOL" panose="020B0603030804020204" pitchFamily="34" charset="-78"/>
                  <a:sym typeface="Catamaran"/>
                </a:rPr>
                <a:t>2</a:t>
              </a:r>
              <a:endParaRPr sz="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F607B433-AF5E-4FE8-A066-3EDBF6E125E8}"/>
              </a:ext>
            </a:extLst>
          </p:cNvPr>
          <p:cNvGrpSpPr/>
          <p:nvPr/>
        </p:nvGrpSpPr>
        <p:grpSpPr>
          <a:xfrm>
            <a:off x="8616854" y="1901496"/>
            <a:ext cx="334744" cy="334744"/>
            <a:chOff x="5858533" y="3371391"/>
            <a:chExt cx="334744" cy="334744"/>
          </a:xfrm>
        </p:grpSpPr>
        <p:sp>
          <p:nvSpPr>
            <p:cNvPr id="170" name="Google Shape;606;p39">
              <a:extLst>
                <a:ext uri="{FF2B5EF4-FFF2-40B4-BE49-F238E27FC236}">
                  <a16:creationId xmlns:a16="http://schemas.microsoft.com/office/drawing/2014/main" id="{D23848B0-940E-4BA6-9198-E37E59821155}"/>
                </a:ext>
              </a:extLst>
            </p:cNvPr>
            <p:cNvSpPr/>
            <p:nvPr/>
          </p:nvSpPr>
          <p:spPr>
            <a:xfrm rot="13248051">
              <a:off x="5858533" y="3371391"/>
              <a:ext cx="334744" cy="334744"/>
            </a:xfrm>
            <a:prstGeom prst="teardrop">
              <a:avLst>
                <a:gd name="adj" fmla="val 95976"/>
              </a:avLst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  <p:sp>
          <p:nvSpPr>
            <p:cNvPr id="171" name="Google Shape;607;p39">
              <a:extLst>
                <a:ext uri="{FF2B5EF4-FFF2-40B4-BE49-F238E27FC236}">
                  <a16:creationId xmlns:a16="http://schemas.microsoft.com/office/drawing/2014/main" id="{3161D906-0AB7-4435-B6E0-65FA3088814F}"/>
                </a:ext>
              </a:extLst>
            </p:cNvPr>
            <p:cNvSpPr/>
            <p:nvPr/>
          </p:nvSpPr>
          <p:spPr>
            <a:xfrm flipH="1">
              <a:off x="5958855" y="3478265"/>
              <a:ext cx="134100" cy="13409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a-IR" sz="800" dirty="0">
                  <a:solidFill>
                    <a:schemeClr val="dk1"/>
                  </a:solidFill>
                  <a:latin typeface="Vazir FD-WOL" panose="020B0603030804020204" pitchFamily="34" charset="-78"/>
                  <a:ea typeface="Catamaran"/>
                  <a:cs typeface="Vazir FD-WOL" panose="020B0603030804020204" pitchFamily="34" charset="-78"/>
                  <a:sym typeface="Catamaran"/>
                </a:rPr>
                <a:t>3</a:t>
              </a:r>
              <a:endParaRPr sz="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</p:grp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85FB2DA9-9820-4E5E-A3C0-913754982C04}"/>
              </a:ext>
            </a:extLst>
          </p:cNvPr>
          <p:cNvGrpSpPr/>
          <p:nvPr/>
        </p:nvGrpSpPr>
        <p:grpSpPr>
          <a:xfrm>
            <a:off x="8619860" y="488928"/>
            <a:ext cx="334744" cy="334744"/>
            <a:chOff x="5858533" y="3371391"/>
            <a:chExt cx="334744" cy="334744"/>
          </a:xfrm>
        </p:grpSpPr>
        <p:sp>
          <p:nvSpPr>
            <p:cNvPr id="176" name="Google Shape;606;p39">
              <a:extLst>
                <a:ext uri="{FF2B5EF4-FFF2-40B4-BE49-F238E27FC236}">
                  <a16:creationId xmlns:a16="http://schemas.microsoft.com/office/drawing/2014/main" id="{BFA6331C-330F-4A0C-8BEC-20A79F762588}"/>
                </a:ext>
              </a:extLst>
            </p:cNvPr>
            <p:cNvSpPr/>
            <p:nvPr/>
          </p:nvSpPr>
          <p:spPr>
            <a:xfrm rot="13248051">
              <a:off x="5858533" y="3371391"/>
              <a:ext cx="334744" cy="334744"/>
            </a:xfrm>
            <a:prstGeom prst="teardrop">
              <a:avLst>
                <a:gd name="adj" fmla="val 95976"/>
              </a:avLst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  <p:sp>
          <p:nvSpPr>
            <p:cNvPr id="177" name="Google Shape;607;p39">
              <a:extLst>
                <a:ext uri="{FF2B5EF4-FFF2-40B4-BE49-F238E27FC236}">
                  <a16:creationId xmlns:a16="http://schemas.microsoft.com/office/drawing/2014/main" id="{9F67978A-2AB8-458F-BBAE-796DDE89B0BF}"/>
                </a:ext>
              </a:extLst>
            </p:cNvPr>
            <p:cNvSpPr/>
            <p:nvPr/>
          </p:nvSpPr>
          <p:spPr>
            <a:xfrm flipH="1">
              <a:off x="5958855" y="3478265"/>
              <a:ext cx="134100" cy="13409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a-IR" sz="800" dirty="0">
                  <a:solidFill>
                    <a:schemeClr val="dk1"/>
                  </a:solidFill>
                  <a:latin typeface="Vazir FD-WOL" panose="020B0603030804020204" pitchFamily="34" charset="-78"/>
                  <a:ea typeface="Catamaran"/>
                  <a:cs typeface="Vazir FD-WOL" panose="020B0603030804020204" pitchFamily="34" charset="-78"/>
                  <a:sym typeface="Catamaran"/>
                </a:rPr>
                <a:t>1</a:t>
              </a:r>
              <a:endParaRPr sz="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</p:grp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705762E8-5DA5-46C0-B527-8EB0E2381A3A}"/>
              </a:ext>
            </a:extLst>
          </p:cNvPr>
          <p:cNvGrpSpPr/>
          <p:nvPr/>
        </p:nvGrpSpPr>
        <p:grpSpPr>
          <a:xfrm>
            <a:off x="8613156" y="3244845"/>
            <a:ext cx="334744" cy="334744"/>
            <a:chOff x="5858533" y="3371391"/>
            <a:chExt cx="334744" cy="334744"/>
          </a:xfrm>
        </p:grpSpPr>
        <p:sp>
          <p:nvSpPr>
            <p:cNvPr id="179" name="Google Shape;606;p39">
              <a:extLst>
                <a:ext uri="{FF2B5EF4-FFF2-40B4-BE49-F238E27FC236}">
                  <a16:creationId xmlns:a16="http://schemas.microsoft.com/office/drawing/2014/main" id="{1C268A1C-94D1-45A0-8AAB-024E02FECA32}"/>
                </a:ext>
              </a:extLst>
            </p:cNvPr>
            <p:cNvSpPr/>
            <p:nvPr/>
          </p:nvSpPr>
          <p:spPr>
            <a:xfrm rot="13248051">
              <a:off x="5858533" y="3371391"/>
              <a:ext cx="334744" cy="334744"/>
            </a:xfrm>
            <a:prstGeom prst="teardrop">
              <a:avLst>
                <a:gd name="adj" fmla="val 95976"/>
              </a:avLst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  <p:sp>
          <p:nvSpPr>
            <p:cNvPr id="180" name="Google Shape;607;p39">
              <a:extLst>
                <a:ext uri="{FF2B5EF4-FFF2-40B4-BE49-F238E27FC236}">
                  <a16:creationId xmlns:a16="http://schemas.microsoft.com/office/drawing/2014/main" id="{40FDC796-3573-41A2-8118-388C2B9B2C51}"/>
                </a:ext>
              </a:extLst>
            </p:cNvPr>
            <p:cNvSpPr/>
            <p:nvPr/>
          </p:nvSpPr>
          <p:spPr>
            <a:xfrm flipH="1">
              <a:off x="5958855" y="3478265"/>
              <a:ext cx="134100" cy="13409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a-IR" sz="800" dirty="0">
                  <a:solidFill>
                    <a:schemeClr val="dk1"/>
                  </a:solidFill>
                  <a:latin typeface="Vazir FD-WOL" panose="020B0603030804020204" pitchFamily="34" charset="-78"/>
                  <a:ea typeface="Catamaran"/>
                  <a:cs typeface="Vazir FD-WOL" panose="020B0603030804020204" pitchFamily="34" charset="-78"/>
                  <a:sym typeface="Catamaran"/>
                </a:rPr>
                <a:t>5</a:t>
              </a:r>
              <a:endParaRPr sz="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</p:grpSp>
      <p:grpSp>
        <p:nvGrpSpPr>
          <p:cNvPr id="181" name="Group 180">
            <a:extLst>
              <a:ext uri="{FF2B5EF4-FFF2-40B4-BE49-F238E27FC236}">
                <a16:creationId xmlns:a16="http://schemas.microsoft.com/office/drawing/2014/main" id="{380C664D-E262-42DF-9AF4-C6DA7AD3878D}"/>
              </a:ext>
            </a:extLst>
          </p:cNvPr>
          <p:cNvGrpSpPr/>
          <p:nvPr/>
        </p:nvGrpSpPr>
        <p:grpSpPr>
          <a:xfrm>
            <a:off x="6958941" y="2571750"/>
            <a:ext cx="334744" cy="334744"/>
            <a:chOff x="5858533" y="3371391"/>
            <a:chExt cx="334744" cy="334744"/>
          </a:xfrm>
        </p:grpSpPr>
        <p:sp>
          <p:nvSpPr>
            <p:cNvPr id="182" name="Google Shape;606;p39">
              <a:extLst>
                <a:ext uri="{FF2B5EF4-FFF2-40B4-BE49-F238E27FC236}">
                  <a16:creationId xmlns:a16="http://schemas.microsoft.com/office/drawing/2014/main" id="{8D4DD1D8-DC73-417E-87FD-1AAB18F94AA8}"/>
                </a:ext>
              </a:extLst>
            </p:cNvPr>
            <p:cNvSpPr/>
            <p:nvPr/>
          </p:nvSpPr>
          <p:spPr>
            <a:xfrm rot="2637262">
              <a:off x="5858533" y="3371391"/>
              <a:ext cx="334744" cy="334744"/>
            </a:xfrm>
            <a:prstGeom prst="teardrop">
              <a:avLst>
                <a:gd name="adj" fmla="val 95976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  <p:sp>
          <p:nvSpPr>
            <p:cNvPr id="183" name="Google Shape;607;p39">
              <a:extLst>
                <a:ext uri="{FF2B5EF4-FFF2-40B4-BE49-F238E27FC236}">
                  <a16:creationId xmlns:a16="http://schemas.microsoft.com/office/drawing/2014/main" id="{39033152-8FC9-4C4E-854F-CEF81B77D2D2}"/>
                </a:ext>
              </a:extLst>
            </p:cNvPr>
            <p:cNvSpPr/>
            <p:nvPr/>
          </p:nvSpPr>
          <p:spPr>
            <a:xfrm flipH="1">
              <a:off x="5958855" y="3478265"/>
              <a:ext cx="134100" cy="13409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a-IR" sz="800" dirty="0">
                  <a:solidFill>
                    <a:schemeClr val="dk1"/>
                  </a:solidFill>
                  <a:latin typeface="Vazir FD-WOL" panose="020B0603030804020204" pitchFamily="34" charset="-78"/>
                  <a:ea typeface="Catamaran"/>
                  <a:cs typeface="Vazir FD-WOL" panose="020B0603030804020204" pitchFamily="34" charset="-78"/>
                  <a:sym typeface="Catamaran"/>
                </a:rPr>
                <a:t>4</a:t>
              </a:r>
              <a:endParaRPr sz="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</p:grp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E845D49F-CFC4-4A8D-843F-F2B2EE601941}"/>
              </a:ext>
            </a:extLst>
          </p:cNvPr>
          <p:cNvGrpSpPr/>
          <p:nvPr/>
        </p:nvGrpSpPr>
        <p:grpSpPr>
          <a:xfrm>
            <a:off x="6958941" y="3958304"/>
            <a:ext cx="334744" cy="334744"/>
            <a:chOff x="5858533" y="3371391"/>
            <a:chExt cx="334744" cy="334744"/>
          </a:xfrm>
        </p:grpSpPr>
        <p:sp>
          <p:nvSpPr>
            <p:cNvPr id="185" name="Google Shape;606;p39">
              <a:extLst>
                <a:ext uri="{FF2B5EF4-FFF2-40B4-BE49-F238E27FC236}">
                  <a16:creationId xmlns:a16="http://schemas.microsoft.com/office/drawing/2014/main" id="{E0339356-B776-4ADB-BB33-A8E458CBF95F}"/>
                </a:ext>
              </a:extLst>
            </p:cNvPr>
            <p:cNvSpPr/>
            <p:nvPr/>
          </p:nvSpPr>
          <p:spPr>
            <a:xfrm rot="2637262">
              <a:off x="5858533" y="3371391"/>
              <a:ext cx="334744" cy="334744"/>
            </a:xfrm>
            <a:prstGeom prst="teardrop">
              <a:avLst>
                <a:gd name="adj" fmla="val 95976"/>
              </a:avLst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  <p:sp>
          <p:nvSpPr>
            <p:cNvPr id="186" name="Google Shape;607;p39">
              <a:extLst>
                <a:ext uri="{FF2B5EF4-FFF2-40B4-BE49-F238E27FC236}">
                  <a16:creationId xmlns:a16="http://schemas.microsoft.com/office/drawing/2014/main" id="{2B15C32B-08E3-4776-9818-46FF5A149C67}"/>
                </a:ext>
              </a:extLst>
            </p:cNvPr>
            <p:cNvSpPr/>
            <p:nvPr/>
          </p:nvSpPr>
          <p:spPr>
            <a:xfrm flipH="1">
              <a:off x="5958855" y="3478265"/>
              <a:ext cx="134100" cy="13409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a-IR" sz="800" dirty="0">
                  <a:solidFill>
                    <a:schemeClr val="dk1"/>
                  </a:solidFill>
                  <a:latin typeface="Vazir FD-WOL" panose="020B0603030804020204" pitchFamily="34" charset="-78"/>
                  <a:ea typeface="Catamaran"/>
                  <a:cs typeface="Vazir FD-WOL" panose="020B0603030804020204" pitchFamily="34" charset="-78"/>
                  <a:sym typeface="Catamaran"/>
                </a:rPr>
                <a:t>6</a:t>
              </a:r>
              <a:endParaRPr sz="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</p:grpSp>
      <p:sp>
        <p:nvSpPr>
          <p:cNvPr id="187" name="Google Shape;616;p39">
            <a:extLst>
              <a:ext uri="{FF2B5EF4-FFF2-40B4-BE49-F238E27FC236}">
                <a16:creationId xmlns:a16="http://schemas.microsoft.com/office/drawing/2014/main" id="{C328D034-AE93-43FA-BFFB-D797D269CA48}"/>
              </a:ext>
            </a:extLst>
          </p:cNvPr>
          <p:cNvSpPr txBox="1"/>
          <p:nvPr/>
        </p:nvSpPr>
        <p:spPr>
          <a:xfrm>
            <a:off x="8418152" y="777961"/>
            <a:ext cx="623993" cy="35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900" dirty="0">
                <a:solidFill>
                  <a:schemeClr val="dk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rPr>
              <a:t>مقدمه و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900" dirty="0">
                <a:solidFill>
                  <a:schemeClr val="dk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rPr>
              <a:t>بیان مسئله</a:t>
            </a:r>
            <a:endParaRPr sz="900" dirty="0">
              <a:solidFill>
                <a:schemeClr val="dk1"/>
              </a:solidFill>
              <a:latin typeface="Vazir" panose="020B0603030804020204" pitchFamily="34" charset="-78"/>
              <a:ea typeface="Catamaran"/>
              <a:cs typeface="Vazir" panose="020B0603030804020204" pitchFamily="34" charset="-78"/>
              <a:sym typeface="Catamaran"/>
            </a:endParaRPr>
          </a:p>
        </p:txBody>
      </p:sp>
      <p:sp>
        <p:nvSpPr>
          <p:cNvPr id="188" name="Google Shape;616;p39">
            <a:extLst>
              <a:ext uri="{FF2B5EF4-FFF2-40B4-BE49-F238E27FC236}">
                <a16:creationId xmlns:a16="http://schemas.microsoft.com/office/drawing/2014/main" id="{D43DA39D-0842-40F5-8CC7-6A6E67896929}"/>
              </a:ext>
            </a:extLst>
          </p:cNvPr>
          <p:cNvSpPr txBox="1"/>
          <p:nvPr/>
        </p:nvSpPr>
        <p:spPr>
          <a:xfrm>
            <a:off x="6803098" y="1633055"/>
            <a:ext cx="635502" cy="134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900" dirty="0">
                <a:solidFill>
                  <a:schemeClr val="dk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rPr>
              <a:t>مفاهیم</a:t>
            </a:r>
            <a:endParaRPr sz="900" dirty="0">
              <a:solidFill>
                <a:schemeClr val="dk1"/>
              </a:solidFill>
              <a:latin typeface="Vazir" panose="020B0603030804020204" pitchFamily="34" charset="-78"/>
              <a:ea typeface="Catamaran"/>
              <a:cs typeface="Vazir" panose="020B0603030804020204" pitchFamily="34" charset="-78"/>
              <a:sym typeface="Catamaran"/>
            </a:endParaRPr>
          </a:p>
        </p:txBody>
      </p:sp>
      <p:sp>
        <p:nvSpPr>
          <p:cNvPr id="189" name="Google Shape;616;p39">
            <a:extLst>
              <a:ext uri="{FF2B5EF4-FFF2-40B4-BE49-F238E27FC236}">
                <a16:creationId xmlns:a16="http://schemas.microsoft.com/office/drawing/2014/main" id="{65E30DE2-FAF6-45DC-973F-655CF47BC284}"/>
              </a:ext>
            </a:extLst>
          </p:cNvPr>
          <p:cNvSpPr txBox="1"/>
          <p:nvPr/>
        </p:nvSpPr>
        <p:spPr>
          <a:xfrm>
            <a:off x="8372053" y="3698163"/>
            <a:ext cx="727517" cy="194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900" dirty="0">
                <a:solidFill>
                  <a:schemeClr val="dk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rPr>
              <a:t>جمع‌بندی و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900" dirty="0">
                <a:solidFill>
                  <a:schemeClr val="dk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rPr>
              <a:t>پیشنهادات</a:t>
            </a:r>
          </a:p>
        </p:txBody>
      </p:sp>
      <p:sp>
        <p:nvSpPr>
          <p:cNvPr id="190" name="Google Shape;616;p39">
            <a:extLst>
              <a:ext uri="{FF2B5EF4-FFF2-40B4-BE49-F238E27FC236}">
                <a16:creationId xmlns:a16="http://schemas.microsoft.com/office/drawing/2014/main" id="{F6A7202D-3D79-4933-90E6-90207491F687}"/>
              </a:ext>
            </a:extLst>
          </p:cNvPr>
          <p:cNvSpPr txBox="1"/>
          <p:nvPr/>
        </p:nvSpPr>
        <p:spPr>
          <a:xfrm>
            <a:off x="6757091" y="2903363"/>
            <a:ext cx="727517" cy="194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900" dirty="0">
                <a:solidFill>
                  <a:schemeClr val="dk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rPr>
              <a:t>نتایج</a:t>
            </a:r>
            <a:endParaRPr sz="900" dirty="0">
              <a:solidFill>
                <a:schemeClr val="dk1"/>
              </a:solidFill>
              <a:latin typeface="Vazir" panose="020B0603030804020204" pitchFamily="34" charset="-78"/>
              <a:ea typeface="Catamaran"/>
              <a:cs typeface="Vazir" panose="020B0603030804020204" pitchFamily="34" charset="-78"/>
              <a:sym typeface="Catamaran"/>
            </a:endParaRPr>
          </a:p>
        </p:txBody>
      </p:sp>
      <p:sp>
        <p:nvSpPr>
          <p:cNvPr id="191" name="Google Shape;616;p39">
            <a:extLst>
              <a:ext uri="{FF2B5EF4-FFF2-40B4-BE49-F238E27FC236}">
                <a16:creationId xmlns:a16="http://schemas.microsoft.com/office/drawing/2014/main" id="{5772928D-7B6B-4F34-99FE-3F6CF6BE10FB}"/>
              </a:ext>
            </a:extLst>
          </p:cNvPr>
          <p:cNvSpPr txBox="1"/>
          <p:nvPr/>
        </p:nvSpPr>
        <p:spPr>
          <a:xfrm>
            <a:off x="6803098" y="4427975"/>
            <a:ext cx="727517" cy="194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900" dirty="0">
                <a:solidFill>
                  <a:schemeClr val="dk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rPr>
              <a:t>پاسخگویی به سؤالات</a:t>
            </a:r>
            <a:endParaRPr sz="900" dirty="0">
              <a:solidFill>
                <a:schemeClr val="dk1"/>
              </a:solidFill>
              <a:latin typeface="Vazir" panose="020B0603030804020204" pitchFamily="34" charset="-78"/>
              <a:ea typeface="Catamaran"/>
              <a:cs typeface="Vazir" panose="020B0603030804020204" pitchFamily="34" charset="-78"/>
              <a:sym typeface="Catamaran"/>
            </a:endParaRPr>
          </a:p>
        </p:txBody>
      </p:sp>
      <p:sp>
        <p:nvSpPr>
          <p:cNvPr id="192" name="Google Shape;120;p7">
            <a:extLst>
              <a:ext uri="{FF2B5EF4-FFF2-40B4-BE49-F238E27FC236}">
                <a16:creationId xmlns:a16="http://schemas.microsoft.com/office/drawing/2014/main" id="{4A7A9DB2-86BD-43FB-B38F-A71CB541AAC1}"/>
              </a:ext>
            </a:extLst>
          </p:cNvPr>
          <p:cNvSpPr txBox="1">
            <a:spLocks/>
          </p:cNvSpPr>
          <p:nvPr/>
        </p:nvSpPr>
        <p:spPr>
          <a:xfrm>
            <a:off x="114716" y="656300"/>
            <a:ext cx="1199437" cy="39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3970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00" b="0" i="0" u="none" strike="noStrike" cap="none">
                <a:solidFill>
                  <a:schemeClr val="tx1">
                    <a:lumMod val="90000"/>
                    <a:lumOff val="10000"/>
                  </a:schemeClr>
                </a:solidFill>
                <a:latin typeface="Vazir" panose="020B0603030804020204" pitchFamily="34" charset="-78"/>
                <a:ea typeface="Arial"/>
                <a:cs typeface="Vazir" panose="020B0603030804020204" pitchFamily="34" charset="-78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⬡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⬡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a-IR" dirty="0"/>
              <a:t>دانشگاه اصفهان</a:t>
            </a:r>
          </a:p>
          <a:p>
            <a:r>
              <a:rPr lang="fa-IR" dirty="0"/>
              <a:t>دانشکده مهندسی کامپیوتر</a:t>
            </a:r>
          </a:p>
          <a:p>
            <a:r>
              <a:rPr lang="fa-IR" dirty="0"/>
              <a:t>گروه مهندسی فناوری اطلاعات</a:t>
            </a:r>
          </a:p>
        </p:txBody>
      </p:sp>
      <p:sp>
        <p:nvSpPr>
          <p:cNvPr id="193" name="Google Shape;239;p17">
            <a:extLst>
              <a:ext uri="{FF2B5EF4-FFF2-40B4-BE49-F238E27FC236}">
                <a16:creationId xmlns:a16="http://schemas.microsoft.com/office/drawing/2014/main" id="{433169B9-33CE-4384-97B2-534E57CAFC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4533" y="366505"/>
            <a:ext cx="6010500" cy="39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2800" dirty="0">
                <a:latin typeface="Vazir" panose="020B0603030804020204" pitchFamily="34" charset="-78"/>
                <a:cs typeface="Vazir" panose="020B0603030804020204" pitchFamily="34" charset="-78"/>
              </a:rPr>
              <a:t>بخش چهارم: نتایج</a:t>
            </a:r>
            <a:endParaRPr sz="2800" dirty="0">
              <a:latin typeface="Vazir" panose="020B0603030804020204" pitchFamily="34" charset="-78"/>
              <a:cs typeface="Vazir" panose="020B0603030804020204" pitchFamily="34" charset="-78"/>
            </a:endParaRPr>
          </a:p>
        </p:txBody>
      </p:sp>
      <p:sp>
        <p:nvSpPr>
          <p:cNvPr id="217" name="Google Shape;125;p8">
            <a:extLst>
              <a:ext uri="{FF2B5EF4-FFF2-40B4-BE49-F238E27FC236}">
                <a16:creationId xmlns:a16="http://schemas.microsoft.com/office/drawing/2014/main" id="{1C9D5385-CA31-4C5C-BA9E-4B4243D6E0D2}"/>
              </a:ext>
            </a:extLst>
          </p:cNvPr>
          <p:cNvSpPr/>
          <p:nvPr/>
        </p:nvSpPr>
        <p:spPr>
          <a:xfrm>
            <a:off x="8574184" y="4822960"/>
            <a:ext cx="525386" cy="271414"/>
          </a:xfrm>
          <a:custGeom>
            <a:avLst/>
            <a:gdLst/>
            <a:ahLst/>
            <a:cxnLst/>
            <a:rect l="l" t="t" r="r" b="b"/>
            <a:pathLst>
              <a:path w="21598" h="21315" extrusionOk="0">
                <a:moveTo>
                  <a:pt x="21599" y="14389"/>
                </a:moveTo>
                <a:lnTo>
                  <a:pt x="21599" y="6924"/>
                </a:lnTo>
                <a:cubicBezTo>
                  <a:pt x="21599" y="5784"/>
                  <a:pt x="20918" y="4730"/>
                  <a:pt x="19814" y="4161"/>
                </a:cubicBezTo>
                <a:lnTo>
                  <a:pt x="12583" y="428"/>
                </a:lnTo>
                <a:cubicBezTo>
                  <a:pt x="11478" y="-142"/>
                  <a:pt x="10118" y="-142"/>
                  <a:pt x="9013" y="428"/>
                </a:cubicBezTo>
                <a:lnTo>
                  <a:pt x="1783" y="4161"/>
                </a:lnTo>
                <a:cubicBezTo>
                  <a:pt x="679" y="4731"/>
                  <a:pt x="0" y="5784"/>
                  <a:pt x="0" y="6924"/>
                </a:cubicBezTo>
                <a:lnTo>
                  <a:pt x="0" y="14392"/>
                </a:lnTo>
                <a:cubicBezTo>
                  <a:pt x="1" y="15532"/>
                  <a:pt x="681" y="16585"/>
                  <a:pt x="1785" y="17155"/>
                </a:cubicBezTo>
                <a:lnTo>
                  <a:pt x="9016" y="20888"/>
                </a:lnTo>
                <a:cubicBezTo>
                  <a:pt x="10120" y="21458"/>
                  <a:pt x="11481" y="21458"/>
                  <a:pt x="12585" y="20888"/>
                </a:cubicBezTo>
                <a:lnTo>
                  <a:pt x="19816" y="17155"/>
                </a:lnTo>
                <a:cubicBezTo>
                  <a:pt x="20920" y="16584"/>
                  <a:pt x="21600" y="15530"/>
                  <a:pt x="21599" y="14389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fa-IR" sz="1000" i="0" u="none" strike="noStrike" cap="none" dirty="0">
                <a:solidFill>
                  <a:schemeClr val="bg1"/>
                </a:solidFill>
                <a:latin typeface="Vazir FD-WOL" panose="020B0603030804020204" pitchFamily="34" charset="-78"/>
                <a:cs typeface="Vazir FD-WOL" panose="020B0603030804020204" pitchFamily="34" charset="-78"/>
              </a:rPr>
              <a:t>11</a:t>
            </a:r>
            <a:r>
              <a:rPr lang="fa-IR" sz="1000" i="0" u="none" strike="noStrike" cap="none" dirty="0">
                <a:solidFill>
                  <a:schemeClr val="bg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از </a:t>
            </a:r>
            <a:r>
              <a:rPr lang="fa-IR" sz="1000" i="0" u="none" strike="noStrike" cap="none" dirty="0">
                <a:solidFill>
                  <a:schemeClr val="bg1"/>
                </a:solidFill>
                <a:latin typeface="Vazir FD-WOL" panose="020B0603030804020204" pitchFamily="34" charset="-78"/>
                <a:cs typeface="Vazir FD-WOL" panose="020B0603030804020204" pitchFamily="34" charset="-78"/>
              </a:rPr>
              <a:t>19</a:t>
            </a:r>
            <a:endParaRPr sz="1000" i="0" u="none" strike="noStrike" cap="none" dirty="0">
              <a:solidFill>
                <a:schemeClr val="bg1"/>
              </a:solidFill>
              <a:latin typeface="Vazir FD-WOL" panose="020B0603030804020204" pitchFamily="34" charset="-78"/>
              <a:cs typeface="Vazir FD-WOL" panose="020B0603030804020204" pitchFamily="34" charset="-78"/>
            </a:endParaRPr>
          </a:p>
        </p:txBody>
      </p:sp>
      <p:sp>
        <p:nvSpPr>
          <p:cNvPr id="34" name="Google Shape;239;p17">
            <a:extLst>
              <a:ext uri="{FF2B5EF4-FFF2-40B4-BE49-F238E27FC236}">
                <a16:creationId xmlns:a16="http://schemas.microsoft.com/office/drawing/2014/main" id="{ADA0327A-B926-420B-8B5A-7E961354741E}"/>
              </a:ext>
            </a:extLst>
          </p:cNvPr>
          <p:cNvSpPr txBox="1">
            <a:spLocks/>
          </p:cNvSpPr>
          <p:nvPr/>
        </p:nvSpPr>
        <p:spPr>
          <a:xfrm>
            <a:off x="518125" y="1008338"/>
            <a:ext cx="6010500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>
            <a:pPr algn="r" rtl="1"/>
            <a:r>
              <a:rPr lang="fa-IR" sz="2400" dirty="0">
                <a:latin typeface="Vazir" panose="020B0603030804020204" pitchFamily="34" charset="-78"/>
                <a:cs typeface="Vazir" panose="020B0603030804020204" pitchFamily="34" charset="-78"/>
              </a:rPr>
              <a:t>الگوریتم </a:t>
            </a:r>
            <a:r>
              <a:rPr lang="en-US" sz="2400" dirty="0">
                <a:latin typeface="Vazir" panose="020B0603030804020204" pitchFamily="34" charset="-78"/>
                <a:cs typeface="Vazir" panose="020B0603030804020204" pitchFamily="34" charset="-78"/>
              </a:rPr>
              <a:t>LASSO</a:t>
            </a:r>
            <a:endParaRPr lang="fa-IR" sz="2400" dirty="0">
              <a:latin typeface="Vazir" panose="020B0603030804020204" pitchFamily="34" charset="-78"/>
              <a:cs typeface="Vazir" panose="020B0603030804020204" pitchFamily="34" charset="-78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A4F43F-A6F0-44D6-815F-9C0F63209A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2847" y="1503148"/>
            <a:ext cx="5049738" cy="294526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33585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92EB0CC-A94B-419A-A4FA-3D53B5B5D1DD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ar-BH" dirty="0">
                <a:latin typeface="Vazir" panose="020B0603030804020204" pitchFamily="34" charset="-78"/>
                <a:cs typeface="Vazir" panose="020B0603030804020204" pitchFamily="34" charset="-78"/>
              </a:rPr>
              <a:t>سحر سرکار - تحلیل ویژگی‌های رادیومیکس برای تشخیص عفونت در ریه - شهریور </a:t>
            </a:r>
            <a:r>
              <a:rPr lang="ar-BH" dirty="0">
                <a:latin typeface="Vazir FD-WOL" panose="020B0603030804020204" pitchFamily="34" charset="-78"/>
                <a:cs typeface="Vazir FD-WOL" panose="020B0603030804020204" pitchFamily="34" charset="-78"/>
              </a:rPr>
              <a:t>1400</a:t>
            </a:r>
            <a:endParaRPr lang="en-US" dirty="0">
              <a:latin typeface="Vazir FD-WOL" panose="020B0603030804020204" pitchFamily="34" charset="-78"/>
              <a:cs typeface="Vazir FD-WOL" panose="020B0603030804020204" pitchFamily="34" charset="-78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5A031A7-13FD-47CE-A02B-DE9AC34C57FE}"/>
              </a:ext>
            </a:extLst>
          </p:cNvPr>
          <p:cNvGrpSpPr/>
          <p:nvPr/>
        </p:nvGrpSpPr>
        <p:grpSpPr>
          <a:xfrm rot="16200000">
            <a:off x="4892224" y="1966620"/>
            <a:ext cx="6152709" cy="886850"/>
            <a:chOff x="0" y="2536120"/>
            <a:chExt cx="9144000" cy="1011043"/>
          </a:xfrm>
        </p:grpSpPr>
        <p:sp>
          <p:nvSpPr>
            <p:cNvPr id="58" name="Google Shape;594;p39">
              <a:extLst>
                <a:ext uri="{FF2B5EF4-FFF2-40B4-BE49-F238E27FC236}">
                  <a16:creationId xmlns:a16="http://schemas.microsoft.com/office/drawing/2014/main" id="{50921073-1AD5-4BF4-B917-0BD453041470}"/>
                </a:ext>
              </a:extLst>
            </p:cNvPr>
            <p:cNvSpPr/>
            <p:nvPr/>
          </p:nvSpPr>
          <p:spPr>
            <a:xfrm>
              <a:off x="0" y="2536120"/>
              <a:ext cx="9144000" cy="1011043"/>
            </a:xfrm>
            <a:custGeom>
              <a:avLst/>
              <a:gdLst/>
              <a:ahLst/>
              <a:cxnLst/>
              <a:rect l="l" t="t" r="r" b="b"/>
              <a:pathLst>
                <a:path w="12192000" h="1348058" extrusionOk="0">
                  <a:moveTo>
                    <a:pt x="12192000" y="0"/>
                  </a:moveTo>
                  <a:lnTo>
                    <a:pt x="10837333" y="0"/>
                  </a:lnTo>
                  <a:cubicBezTo>
                    <a:pt x="10463295" y="0"/>
                    <a:pt x="10160000" y="301773"/>
                    <a:pt x="10160000" y="674029"/>
                  </a:cubicBezTo>
                  <a:lnTo>
                    <a:pt x="10160000" y="674029"/>
                  </a:lnTo>
                  <a:cubicBezTo>
                    <a:pt x="10160000" y="1046281"/>
                    <a:pt x="9856705" y="1348059"/>
                    <a:pt x="9482667" y="1348059"/>
                  </a:cubicBezTo>
                  <a:lnTo>
                    <a:pt x="9482667" y="1348059"/>
                  </a:lnTo>
                  <a:cubicBezTo>
                    <a:pt x="9108581" y="1348059"/>
                    <a:pt x="8805333" y="1046281"/>
                    <a:pt x="8805333" y="674029"/>
                  </a:cubicBezTo>
                  <a:lnTo>
                    <a:pt x="8805333" y="674029"/>
                  </a:lnTo>
                  <a:cubicBezTo>
                    <a:pt x="8805333" y="301773"/>
                    <a:pt x="8502086" y="0"/>
                    <a:pt x="8128000" y="0"/>
                  </a:cubicBezTo>
                  <a:lnTo>
                    <a:pt x="8128000" y="0"/>
                  </a:lnTo>
                  <a:cubicBezTo>
                    <a:pt x="7753915" y="0"/>
                    <a:pt x="7450667" y="301773"/>
                    <a:pt x="7450667" y="674029"/>
                  </a:cubicBezTo>
                  <a:lnTo>
                    <a:pt x="7450667" y="674029"/>
                  </a:lnTo>
                  <a:cubicBezTo>
                    <a:pt x="7450667" y="1046281"/>
                    <a:pt x="7147419" y="1348059"/>
                    <a:pt x="6773334" y="1348059"/>
                  </a:cubicBezTo>
                  <a:lnTo>
                    <a:pt x="6773334" y="1348059"/>
                  </a:lnTo>
                  <a:cubicBezTo>
                    <a:pt x="6399248" y="1348059"/>
                    <a:pt x="6096000" y="1046281"/>
                    <a:pt x="6096000" y="674029"/>
                  </a:cubicBezTo>
                  <a:lnTo>
                    <a:pt x="6096000" y="674029"/>
                  </a:lnTo>
                  <a:cubicBezTo>
                    <a:pt x="6096000" y="301773"/>
                    <a:pt x="5792753" y="0"/>
                    <a:pt x="5418667" y="0"/>
                  </a:cubicBezTo>
                  <a:lnTo>
                    <a:pt x="5418667" y="0"/>
                  </a:lnTo>
                  <a:cubicBezTo>
                    <a:pt x="5044581" y="0"/>
                    <a:pt x="4741334" y="301773"/>
                    <a:pt x="4741334" y="674029"/>
                  </a:cubicBezTo>
                  <a:lnTo>
                    <a:pt x="4741334" y="674029"/>
                  </a:lnTo>
                  <a:cubicBezTo>
                    <a:pt x="4741334" y="1046281"/>
                    <a:pt x="4438076" y="1348059"/>
                    <a:pt x="4064000" y="1348059"/>
                  </a:cubicBezTo>
                  <a:lnTo>
                    <a:pt x="4064000" y="1348059"/>
                  </a:lnTo>
                  <a:cubicBezTo>
                    <a:pt x="3689924" y="1348059"/>
                    <a:pt x="3386667" y="1046281"/>
                    <a:pt x="3386667" y="674029"/>
                  </a:cubicBezTo>
                  <a:lnTo>
                    <a:pt x="3386667" y="674029"/>
                  </a:lnTo>
                  <a:cubicBezTo>
                    <a:pt x="3386667" y="301773"/>
                    <a:pt x="3083410" y="0"/>
                    <a:pt x="2709333" y="0"/>
                  </a:cubicBezTo>
                  <a:lnTo>
                    <a:pt x="2709333" y="0"/>
                  </a:lnTo>
                  <a:cubicBezTo>
                    <a:pt x="2335257" y="0"/>
                    <a:pt x="2032000" y="301773"/>
                    <a:pt x="2032000" y="674029"/>
                  </a:cubicBezTo>
                  <a:lnTo>
                    <a:pt x="2032000" y="674029"/>
                  </a:lnTo>
                  <a:cubicBezTo>
                    <a:pt x="2032000" y="1046281"/>
                    <a:pt x="1728743" y="1348059"/>
                    <a:pt x="1354667" y="1348059"/>
                  </a:cubicBezTo>
                  <a:lnTo>
                    <a:pt x="0" y="1348059"/>
                  </a:lnTo>
                </a:path>
              </a:pathLst>
            </a:custGeom>
            <a:noFill/>
            <a:ln w="228600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Vazir" panose="020B0603030804020204" pitchFamily="34" charset="-78"/>
                <a:ea typeface="Calibri"/>
                <a:cs typeface="Vazir" panose="020B0603030804020204" pitchFamily="34" charset="-78"/>
                <a:sym typeface="Calibri"/>
              </a:endParaRPr>
            </a:p>
          </p:txBody>
        </p:sp>
        <p:sp>
          <p:nvSpPr>
            <p:cNvPr id="59" name="Google Shape;595;p39">
              <a:extLst>
                <a:ext uri="{FF2B5EF4-FFF2-40B4-BE49-F238E27FC236}">
                  <a16:creationId xmlns:a16="http://schemas.microsoft.com/office/drawing/2014/main" id="{80BD9715-5D54-48BA-8232-EBD61376B29C}"/>
                </a:ext>
              </a:extLst>
            </p:cNvPr>
            <p:cNvSpPr/>
            <p:nvPr/>
          </p:nvSpPr>
          <p:spPr>
            <a:xfrm>
              <a:off x="0" y="2536120"/>
              <a:ext cx="9144000" cy="1011043"/>
            </a:xfrm>
            <a:custGeom>
              <a:avLst/>
              <a:gdLst/>
              <a:ahLst/>
              <a:cxnLst/>
              <a:rect l="l" t="t" r="r" b="b"/>
              <a:pathLst>
                <a:path w="12192000" h="1348058" extrusionOk="0">
                  <a:moveTo>
                    <a:pt x="12192000" y="0"/>
                  </a:moveTo>
                  <a:lnTo>
                    <a:pt x="10837333" y="0"/>
                  </a:lnTo>
                  <a:cubicBezTo>
                    <a:pt x="10463295" y="0"/>
                    <a:pt x="10160000" y="301773"/>
                    <a:pt x="10160000" y="674029"/>
                  </a:cubicBezTo>
                  <a:lnTo>
                    <a:pt x="10160000" y="674029"/>
                  </a:lnTo>
                  <a:cubicBezTo>
                    <a:pt x="10160000" y="1046281"/>
                    <a:pt x="9856705" y="1348059"/>
                    <a:pt x="9482667" y="1348059"/>
                  </a:cubicBezTo>
                  <a:lnTo>
                    <a:pt x="9482667" y="1348059"/>
                  </a:lnTo>
                  <a:cubicBezTo>
                    <a:pt x="9108581" y="1348059"/>
                    <a:pt x="8805333" y="1046281"/>
                    <a:pt x="8805333" y="674029"/>
                  </a:cubicBezTo>
                  <a:lnTo>
                    <a:pt x="8805333" y="674029"/>
                  </a:lnTo>
                  <a:cubicBezTo>
                    <a:pt x="8805333" y="301773"/>
                    <a:pt x="8502086" y="0"/>
                    <a:pt x="8128000" y="0"/>
                  </a:cubicBezTo>
                  <a:lnTo>
                    <a:pt x="8128000" y="0"/>
                  </a:lnTo>
                  <a:cubicBezTo>
                    <a:pt x="7753915" y="0"/>
                    <a:pt x="7450667" y="301773"/>
                    <a:pt x="7450667" y="674029"/>
                  </a:cubicBezTo>
                  <a:lnTo>
                    <a:pt x="7450667" y="674029"/>
                  </a:lnTo>
                  <a:cubicBezTo>
                    <a:pt x="7450667" y="1046281"/>
                    <a:pt x="7147419" y="1348059"/>
                    <a:pt x="6773334" y="1348059"/>
                  </a:cubicBezTo>
                  <a:lnTo>
                    <a:pt x="6773334" y="1348059"/>
                  </a:lnTo>
                  <a:cubicBezTo>
                    <a:pt x="6399248" y="1348059"/>
                    <a:pt x="6096000" y="1046281"/>
                    <a:pt x="6096000" y="674029"/>
                  </a:cubicBezTo>
                  <a:lnTo>
                    <a:pt x="6096000" y="674029"/>
                  </a:lnTo>
                  <a:cubicBezTo>
                    <a:pt x="6096000" y="301773"/>
                    <a:pt x="5792753" y="0"/>
                    <a:pt x="5418667" y="0"/>
                  </a:cubicBezTo>
                  <a:lnTo>
                    <a:pt x="5418667" y="0"/>
                  </a:lnTo>
                  <a:cubicBezTo>
                    <a:pt x="5044581" y="0"/>
                    <a:pt x="4741334" y="301773"/>
                    <a:pt x="4741334" y="674029"/>
                  </a:cubicBezTo>
                  <a:lnTo>
                    <a:pt x="4741334" y="674029"/>
                  </a:lnTo>
                  <a:cubicBezTo>
                    <a:pt x="4741334" y="1046281"/>
                    <a:pt x="4438076" y="1348059"/>
                    <a:pt x="4064000" y="1348059"/>
                  </a:cubicBezTo>
                  <a:lnTo>
                    <a:pt x="4064000" y="1348059"/>
                  </a:lnTo>
                  <a:cubicBezTo>
                    <a:pt x="3689924" y="1348059"/>
                    <a:pt x="3386667" y="1046281"/>
                    <a:pt x="3386667" y="674029"/>
                  </a:cubicBezTo>
                  <a:lnTo>
                    <a:pt x="3386667" y="674029"/>
                  </a:lnTo>
                  <a:cubicBezTo>
                    <a:pt x="3386667" y="301773"/>
                    <a:pt x="3083410" y="0"/>
                    <a:pt x="2709333" y="0"/>
                  </a:cubicBezTo>
                  <a:lnTo>
                    <a:pt x="2709333" y="0"/>
                  </a:lnTo>
                  <a:cubicBezTo>
                    <a:pt x="2335257" y="0"/>
                    <a:pt x="2032000" y="301773"/>
                    <a:pt x="2032000" y="674029"/>
                  </a:cubicBezTo>
                  <a:lnTo>
                    <a:pt x="2032000" y="674029"/>
                  </a:lnTo>
                  <a:cubicBezTo>
                    <a:pt x="2032000" y="1046281"/>
                    <a:pt x="1728743" y="1348059"/>
                    <a:pt x="1354667" y="1348059"/>
                  </a:cubicBezTo>
                  <a:lnTo>
                    <a:pt x="0" y="1348059"/>
                  </a:lnTo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dash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Vazir" panose="020B0603030804020204" pitchFamily="34" charset="-78"/>
                <a:ea typeface="Calibri"/>
                <a:cs typeface="Vazir" panose="020B0603030804020204" pitchFamily="34" charset="-78"/>
                <a:sym typeface="Calibri"/>
              </a:endParaRPr>
            </a:p>
          </p:txBody>
        </p:sp>
      </p:grpSp>
      <p:sp>
        <p:nvSpPr>
          <p:cNvPr id="122" name="Google Shape;616;p39">
            <a:extLst>
              <a:ext uri="{FF2B5EF4-FFF2-40B4-BE49-F238E27FC236}">
                <a16:creationId xmlns:a16="http://schemas.microsoft.com/office/drawing/2014/main" id="{F29FF600-2F87-4B4C-95EA-EF55460CBCEA}"/>
              </a:ext>
            </a:extLst>
          </p:cNvPr>
          <p:cNvSpPr txBox="1"/>
          <p:nvPr/>
        </p:nvSpPr>
        <p:spPr>
          <a:xfrm>
            <a:off x="8372054" y="2255511"/>
            <a:ext cx="727517" cy="194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900" dirty="0">
                <a:solidFill>
                  <a:schemeClr val="dk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rPr>
              <a:t>روش پیشنهادی</a:t>
            </a:r>
            <a:endParaRPr sz="900" dirty="0">
              <a:solidFill>
                <a:schemeClr val="dk1"/>
              </a:solidFill>
              <a:latin typeface="Vazir" panose="020B0603030804020204" pitchFamily="34" charset="-78"/>
              <a:ea typeface="Catamaran"/>
              <a:cs typeface="Vazir" panose="020B0603030804020204" pitchFamily="34" charset="-78"/>
              <a:sym typeface="Catamaran"/>
            </a:endParaRPr>
          </a:p>
        </p:txBody>
      </p: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A2931612-A263-42C4-9F74-FD8FD8FE4783}"/>
              </a:ext>
            </a:extLst>
          </p:cNvPr>
          <p:cNvGrpSpPr/>
          <p:nvPr/>
        </p:nvGrpSpPr>
        <p:grpSpPr>
          <a:xfrm>
            <a:off x="6958941" y="1229022"/>
            <a:ext cx="334744" cy="334744"/>
            <a:chOff x="5858533" y="3371391"/>
            <a:chExt cx="334744" cy="334744"/>
          </a:xfrm>
        </p:grpSpPr>
        <p:sp>
          <p:nvSpPr>
            <p:cNvPr id="161" name="Google Shape;606;p39">
              <a:extLst>
                <a:ext uri="{FF2B5EF4-FFF2-40B4-BE49-F238E27FC236}">
                  <a16:creationId xmlns:a16="http://schemas.microsoft.com/office/drawing/2014/main" id="{9A8714E9-F157-4C6C-8C36-CF5D87D403B3}"/>
                </a:ext>
              </a:extLst>
            </p:cNvPr>
            <p:cNvSpPr/>
            <p:nvPr/>
          </p:nvSpPr>
          <p:spPr>
            <a:xfrm rot="2637262">
              <a:off x="5858533" y="3371391"/>
              <a:ext cx="334744" cy="334744"/>
            </a:xfrm>
            <a:prstGeom prst="teardrop">
              <a:avLst>
                <a:gd name="adj" fmla="val 95976"/>
              </a:avLst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  <p:sp>
          <p:nvSpPr>
            <p:cNvPr id="162" name="Google Shape;607;p39">
              <a:extLst>
                <a:ext uri="{FF2B5EF4-FFF2-40B4-BE49-F238E27FC236}">
                  <a16:creationId xmlns:a16="http://schemas.microsoft.com/office/drawing/2014/main" id="{7BBF0579-51AE-48EA-A3E0-5FBFDD196F32}"/>
                </a:ext>
              </a:extLst>
            </p:cNvPr>
            <p:cNvSpPr/>
            <p:nvPr/>
          </p:nvSpPr>
          <p:spPr>
            <a:xfrm flipH="1">
              <a:off x="5958855" y="3478265"/>
              <a:ext cx="134100" cy="13409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a-IR" sz="800" dirty="0">
                  <a:solidFill>
                    <a:schemeClr val="dk1"/>
                  </a:solidFill>
                  <a:latin typeface="Vazir FD-WOL" panose="020B0603030804020204" pitchFamily="34" charset="-78"/>
                  <a:ea typeface="Catamaran"/>
                  <a:cs typeface="Vazir FD-WOL" panose="020B0603030804020204" pitchFamily="34" charset="-78"/>
                  <a:sym typeface="Catamaran"/>
                </a:rPr>
                <a:t>2</a:t>
              </a:r>
              <a:endParaRPr sz="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F607B433-AF5E-4FE8-A066-3EDBF6E125E8}"/>
              </a:ext>
            </a:extLst>
          </p:cNvPr>
          <p:cNvGrpSpPr/>
          <p:nvPr/>
        </p:nvGrpSpPr>
        <p:grpSpPr>
          <a:xfrm>
            <a:off x="8616854" y="1901496"/>
            <a:ext cx="334744" cy="334744"/>
            <a:chOff x="5858533" y="3371391"/>
            <a:chExt cx="334744" cy="334744"/>
          </a:xfrm>
        </p:grpSpPr>
        <p:sp>
          <p:nvSpPr>
            <p:cNvPr id="170" name="Google Shape;606;p39">
              <a:extLst>
                <a:ext uri="{FF2B5EF4-FFF2-40B4-BE49-F238E27FC236}">
                  <a16:creationId xmlns:a16="http://schemas.microsoft.com/office/drawing/2014/main" id="{D23848B0-940E-4BA6-9198-E37E59821155}"/>
                </a:ext>
              </a:extLst>
            </p:cNvPr>
            <p:cNvSpPr/>
            <p:nvPr/>
          </p:nvSpPr>
          <p:spPr>
            <a:xfrm rot="13248051">
              <a:off x="5858533" y="3371391"/>
              <a:ext cx="334744" cy="334744"/>
            </a:xfrm>
            <a:prstGeom prst="teardrop">
              <a:avLst>
                <a:gd name="adj" fmla="val 95976"/>
              </a:avLst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  <p:sp>
          <p:nvSpPr>
            <p:cNvPr id="171" name="Google Shape;607;p39">
              <a:extLst>
                <a:ext uri="{FF2B5EF4-FFF2-40B4-BE49-F238E27FC236}">
                  <a16:creationId xmlns:a16="http://schemas.microsoft.com/office/drawing/2014/main" id="{3161D906-0AB7-4435-B6E0-65FA3088814F}"/>
                </a:ext>
              </a:extLst>
            </p:cNvPr>
            <p:cNvSpPr/>
            <p:nvPr/>
          </p:nvSpPr>
          <p:spPr>
            <a:xfrm flipH="1">
              <a:off x="5958855" y="3478265"/>
              <a:ext cx="134100" cy="13409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a-IR" sz="800" dirty="0">
                  <a:solidFill>
                    <a:schemeClr val="dk1"/>
                  </a:solidFill>
                  <a:latin typeface="Vazir FD-WOL" panose="020B0603030804020204" pitchFamily="34" charset="-78"/>
                  <a:ea typeface="Catamaran"/>
                  <a:cs typeface="Vazir FD-WOL" panose="020B0603030804020204" pitchFamily="34" charset="-78"/>
                  <a:sym typeface="Catamaran"/>
                </a:rPr>
                <a:t>3</a:t>
              </a:r>
              <a:endParaRPr sz="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</p:grp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85FB2DA9-9820-4E5E-A3C0-913754982C04}"/>
              </a:ext>
            </a:extLst>
          </p:cNvPr>
          <p:cNvGrpSpPr/>
          <p:nvPr/>
        </p:nvGrpSpPr>
        <p:grpSpPr>
          <a:xfrm>
            <a:off x="8619860" y="488928"/>
            <a:ext cx="334744" cy="334744"/>
            <a:chOff x="5858533" y="3371391"/>
            <a:chExt cx="334744" cy="334744"/>
          </a:xfrm>
        </p:grpSpPr>
        <p:sp>
          <p:nvSpPr>
            <p:cNvPr id="176" name="Google Shape;606;p39">
              <a:extLst>
                <a:ext uri="{FF2B5EF4-FFF2-40B4-BE49-F238E27FC236}">
                  <a16:creationId xmlns:a16="http://schemas.microsoft.com/office/drawing/2014/main" id="{BFA6331C-330F-4A0C-8BEC-20A79F762588}"/>
                </a:ext>
              </a:extLst>
            </p:cNvPr>
            <p:cNvSpPr/>
            <p:nvPr/>
          </p:nvSpPr>
          <p:spPr>
            <a:xfrm rot="13248051">
              <a:off x="5858533" y="3371391"/>
              <a:ext cx="334744" cy="334744"/>
            </a:xfrm>
            <a:prstGeom prst="teardrop">
              <a:avLst>
                <a:gd name="adj" fmla="val 95976"/>
              </a:avLst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  <p:sp>
          <p:nvSpPr>
            <p:cNvPr id="177" name="Google Shape;607;p39">
              <a:extLst>
                <a:ext uri="{FF2B5EF4-FFF2-40B4-BE49-F238E27FC236}">
                  <a16:creationId xmlns:a16="http://schemas.microsoft.com/office/drawing/2014/main" id="{9F67978A-2AB8-458F-BBAE-796DDE89B0BF}"/>
                </a:ext>
              </a:extLst>
            </p:cNvPr>
            <p:cNvSpPr/>
            <p:nvPr/>
          </p:nvSpPr>
          <p:spPr>
            <a:xfrm flipH="1">
              <a:off x="5958855" y="3478265"/>
              <a:ext cx="134100" cy="13409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a-IR" sz="800" dirty="0">
                  <a:solidFill>
                    <a:schemeClr val="dk1"/>
                  </a:solidFill>
                  <a:latin typeface="Vazir FD-WOL" panose="020B0603030804020204" pitchFamily="34" charset="-78"/>
                  <a:ea typeface="Catamaran"/>
                  <a:cs typeface="Vazir FD-WOL" panose="020B0603030804020204" pitchFamily="34" charset="-78"/>
                  <a:sym typeface="Catamaran"/>
                </a:rPr>
                <a:t>1</a:t>
              </a:r>
              <a:endParaRPr sz="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</p:grp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705762E8-5DA5-46C0-B527-8EB0E2381A3A}"/>
              </a:ext>
            </a:extLst>
          </p:cNvPr>
          <p:cNvGrpSpPr/>
          <p:nvPr/>
        </p:nvGrpSpPr>
        <p:grpSpPr>
          <a:xfrm>
            <a:off x="8613156" y="3244845"/>
            <a:ext cx="334744" cy="334744"/>
            <a:chOff x="5858533" y="3371391"/>
            <a:chExt cx="334744" cy="334744"/>
          </a:xfrm>
        </p:grpSpPr>
        <p:sp>
          <p:nvSpPr>
            <p:cNvPr id="179" name="Google Shape;606;p39">
              <a:extLst>
                <a:ext uri="{FF2B5EF4-FFF2-40B4-BE49-F238E27FC236}">
                  <a16:creationId xmlns:a16="http://schemas.microsoft.com/office/drawing/2014/main" id="{1C268A1C-94D1-45A0-8AAB-024E02FECA32}"/>
                </a:ext>
              </a:extLst>
            </p:cNvPr>
            <p:cNvSpPr/>
            <p:nvPr/>
          </p:nvSpPr>
          <p:spPr>
            <a:xfrm rot="13248051">
              <a:off x="5858533" y="3371391"/>
              <a:ext cx="334744" cy="334744"/>
            </a:xfrm>
            <a:prstGeom prst="teardrop">
              <a:avLst>
                <a:gd name="adj" fmla="val 95976"/>
              </a:avLst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  <p:sp>
          <p:nvSpPr>
            <p:cNvPr id="180" name="Google Shape;607;p39">
              <a:extLst>
                <a:ext uri="{FF2B5EF4-FFF2-40B4-BE49-F238E27FC236}">
                  <a16:creationId xmlns:a16="http://schemas.microsoft.com/office/drawing/2014/main" id="{40FDC796-3573-41A2-8118-388C2B9B2C51}"/>
                </a:ext>
              </a:extLst>
            </p:cNvPr>
            <p:cNvSpPr/>
            <p:nvPr/>
          </p:nvSpPr>
          <p:spPr>
            <a:xfrm flipH="1">
              <a:off x="5958855" y="3478265"/>
              <a:ext cx="134100" cy="13409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a-IR" sz="800" dirty="0">
                  <a:solidFill>
                    <a:schemeClr val="dk1"/>
                  </a:solidFill>
                  <a:latin typeface="Vazir FD-WOL" panose="020B0603030804020204" pitchFamily="34" charset="-78"/>
                  <a:ea typeface="Catamaran"/>
                  <a:cs typeface="Vazir FD-WOL" panose="020B0603030804020204" pitchFamily="34" charset="-78"/>
                  <a:sym typeface="Catamaran"/>
                </a:rPr>
                <a:t>5</a:t>
              </a:r>
              <a:endParaRPr sz="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</p:grpSp>
      <p:grpSp>
        <p:nvGrpSpPr>
          <p:cNvPr id="181" name="Group 180">
            <a:extLst>
              <a:ext uri="{FF2B5EF4-FFF2-40B4-BE49-F238E27FC236}">
                <a16:creationId xmlns:a16="http://schemas.microsoft.com/office/drawing/2014/main" id="{380C664D-E262-42DF-9AF4-C6DA7AD3878D}"/>
              </a:ext>
            </a:extLst>
          </p:cNvPr>
          <p:cNvGrpSpPr/>
          <p:nvPr/>
        </p:nvGrpSpPr>
        <p:grpSpPr>
          <a:xfrm>
            <a:off x="6958941" y="2571750"/>
            <a:ext cx="334744" cy="334744"/>
            <a:chOff x="5858533" y="3371391"/>
            <a:chExt cx="334744" cy="334744"/>
          </a:xfrm>
        </p:grpSpPr>
        <p:sp>
          <p:nvSpPr>
            <p:cNvPr id="182" name="Google Shape;606;p39">
              <a:extLst>
                <a:ext uri="{FF2B5EF4-FFF2-40B4-BE49-F238E27FC236}">
                  <a16:creationId xmlns:a16="http://schemas.microsoft.com/office/drawing/2014/main" id="{8D4DD1D8-DC73-417E-87FD-1AAB18F94AA8}"/>
                </a:ext>
              </a:extLst>
            </p:cNvPr>
            <p:cNvSpPr/>
            <p:nvPr/>
          </p:nvSpPr>
          <p:spPr>
            <a:xfrm rot="2637262">
              <a:off x="5858533" y="3371391"/>
              <a:ext cx="334744" cy="334744"/>
            </a:xfrm>
            <a:prstGeom prst="teardrop">
              <a:avLst>
                <a:gd name="adj" fmla="val 95976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  <p:sp>
          <p:nvSpPr>
            <p:cNvPr id="183" name="Google Shape;607;p39">
              <a:extLst>
                <a:ext uri="{FF2B5EF4-FFF2-40B4-BE49-F238E27FC236}">
                  <a16:creationId xmlns:a16="http://schemas.microsoft.com/office/drawing/2014/main" id="{39033152-8FC9-4C4E-854F-CEF81B77D2D2}"/>
                </a:ext>
              </a:extLst>
            </p:cNvPr>
            <p:cNvSpPr/>
            <p:nvPr/>
          </p:nvSpPr>
          <p:spPr>
            <a:xfrm flipH="1">
              <a:off x="5958855" y="3478265"/>
              <a:ext cx="134100" cy="13409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a-IR" sz="800" dirty="0">
                  <a:solidFill>
                    <a:schemeClr val="dk1"/>
                  </a:solidFill>
                  <a:latin typeface="Vazir FD-WOL" panose="020B0603030804020204" pitchFamily="34" charset="-78"/>
                  <a:ea typeface="Catamaran"/>
                  <a:cs typeface="Vazir FD-WOL" panose="020B0603030804020204" pitchFamily="34" charset="-78"/>
                  <a:sym typeface="Catamaran"/>
                </a:rPr>
                <a:t>4</a:t>
              </a:r>
              <a:endParaRPr sz="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</p:grp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E845D49F-CFC4-4A8D-843F-F2B2EE601941}"/>
              </a:ext>
            </a:extLst>
          </p:cNvPr>
          <p:cNvGrpSpPr/>
          <p:nvPr/>
        </p:nvGrpSpPr>
        <p:grpSpPr>
          <a:xfrm>
            <a:off x="6958941" y="3958304"/>
            <a:ext cx="334744" cy="334744"/>
            <a:chOff x="5858533" y="3371391"/>
            <a:chExt cx="334744" cy="334744"/>
          </a:xfrm>
        </p:grpSpPr>
        <p:sp>
          <p:nvSpPr>
            <p:cNvPr id="185" name="Google Shape;606;p39">
              <a:extLst>
                <a:ext uri="{FF2B5EF4-FFF2-40B4-BE49-F238E27FC236}">
                  <a16:creationId xmlns:a16="http://schemas.microsoft.com/office/drawing/2014/main" id="{E0339356-B776-4ADB-BB33-A8E458CBF95F}"/>
                </a:ext>
              </a:extLst>
            </p:cNvPr>
            <p:cNvSpPr/>
            <p:nvPr/>
          </p:nvSpPr>
          <p:spPr>
            <a:xfrm rot="2637262">
              <a:off x="5858533" y="3371391"/>
              <a:ext cx="334744" cy="334744"/>
            </a:xfrm>
            <a:prstGeom prst="teardrop">
              <a:avLst>
                <a:gd name="adj" fmla="val 95976"/>
              </a:avLst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  <p:sp>
          <p:nvSpPr>
            <p:cNvPr id="186" name="Google Shape;607;p39">
              <a:extLst>
                <a:ext uri="{FF2B5EF4-FFF2-40B4-BE49-F238E27FC236}">
                  <a16:creationId xmlns:a16="http://schemas.microsoft.com/office/drawing/2014/main" id="{2B15C32B-08E3-4776-9818-46FF5A149C67}"/>
                </a:ext>
              </a:extLst>
            </p:cNvPr>
            <p:cNvSpPr/>
            <p:nvPr/>
          </p:nvSpPr>
          <p:spPr>
            <a:xfrm flipH="1">
              <a:off x="5958855" y="3478265"/>
              <a:ext cx="134100" cy="13409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a-IR" sz="800" dirty="0">
                  <a:solidFill>
                    <a:schemeClr val="dk1"/>
                  </a:solidFill>
                  <a:latin typeface="Vazir FD-WOL" panose="020B0603030804020204" pitchFamily="34" charset="-78"/>
                  <a:ea typeface="Catamaran"/>
                  <a:cs typeface="Vazir FD-WOL" panose="020B0603030804020204" pitchFamily="34" charset="-78"/>
                  <a:sym typeface="Catamaran"/>
                </a:rPr>
                <a:t>6</a:t>
              </a:r>
              <a:endParaRPr sz="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</p:grpSp>
      <p:sp>
        <p:nvSpPr>
          <p:cNvPr id="187" name="Google Shape;616;p39">
            <a:extLst>
              <a:ext uri="{FF2B5EF4-FFF2-40B4-BE49-F238E27FC236}">
                <a16:creationId xmlns:a16="http://schemas.microsoft.com/office/drawing/2014/main" id="{C328D034-AE93-43FA-BFFB-D797D269CA48}"/>
              </a:ext>
            </a:extLst>
          </p:cNvPr>
          <p:cNvSpPr txBox="1"/>
          <p:nvPr/>
        </p:nvSpPr>
        <p:spPr>
          <a:xfrm>
            <a:off x="8418152" y="777961"/>
            <a:ext cx="623993" cy="35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900" dirty="0">
                <a:solidFill>
                  <a:schemeClr val="dk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rPr>
              <a:t>مقدمه و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900" dirty="0">
                <a:solidFill>
                  <a:schemeClr val="dk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rPr>
              <a:t>بیان مسئله</a:t>
            </a:r>
            <a:endParaRPr sz="900" dirty="0">
              <a:solidFill>
                <a:schemeClr val="dk1"/>
              </a:solidFill>
              <a:latin typeface="Vazir" panose="020B0603030804020204" pitchFamily="34" charset="-78"/>
              <a:ea typeface="Catamaran"/>
              <a:cs typeface="Vazir" panose="020B0603030804020204" pitchFamily="34" charset="-78"/>
              <a:sym typeface="Catamaran"/>
            </a:endParaRPr>
          </a:p>
        </p:txBody>
      </p:sp>
      <p:sp>
        <p:nvSpPr>
          <p:cNvPr id="188" name="Google Shape;616;p39">
            <a:extLst>
              <a:ext uri="{FF2B5EF4-FFF2-40B4-BE49-F238E27FC236}">
                <a16:creationId xmlns:a16="http://schemas.microsoft.com/office/drawing/2014/main" id="{D43DA39D-0842-40F5-8CC7-6A6E67896929}"/>
              </a:ext>
            </a:extLst>
          </p:cNvPr>
          <p:cNvSpPr txBox="1"/>
          <p:nvPr/>
        </p:nvSpPr>
        <p:spPr>
          <a:xfrm>
            <a:off x="6803098" y="1633055"/>
            <a:ext cx="635502" cy="134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900" dirty="0">
                <a:solidFill>
                  <a:schemeClr val="dk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rPr>
              <a:t>مفاهیم</a:t>
            </a:r>
            <a:endParaRPr sz="900" dirty="0">
              <a:solidFill>
                <a:schemeClr val="dk1"/>
              </a:solidFill>
              <a:latin typeface="Vazir" panose="020B0603030804020204" pitchFamily="34" charset="-78"/>
              <a:ea typeface="Catamaran"/>
              <a:cs typeface="Vazir" panose="020B0603030804020204" pitchFamily="34" charset="-78"/>
              <a:sym typeface="Catamaran"/>
            </a:endParaRPr>
          </a:p>
        </p:txBody>
      </p:sp>
      <p:sp>
        <p:nvSpPr>
          <p:cNvPr id="189" name="Google Shape;616;p39">
            <a:extLst>
              <a:ext uri="{FF2B5EF4-FFF2-40B4-BE49-F238E27FC236}">
                <a16:creationId xmlns:a16="http://schemas.microsoft.com/office/drawing/2014/main" id="{65E30DE2-FAF6-45DC-973F-655CF47BC284}"/>
              </a:ext>
            </a:extLst>
          </p:cNvPr>
          <p:cNvSpPr txBox="1"/>
          <p:nvPr/>
        </p:nvSpPr>
        <p:spPr>
          <a:xfrm>
            <a:off x="8372053" y="3698163"/>
            <a:ext cx="727517" cy="194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900" dirty="0">
                <a:solidFill>
                  <a:schemeClr val="dk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rPr>
              <a:t>جمع‌بندی و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900" dirty="0">
                <a:solidFill>
                  <a:schemeClr val="dk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rPr>
              <a:t>پیشنهادات</a:t>
            </a:r>
          </a:p>
        </p:txBody>
      </p:sp>
      <p:sp>
        <p:nvSpPr>
          <p:cNvPr id="190" name="Google Shape;616;p39">
            <a:extLst>
              <a:ext uri="{FF2B5EF4-FFF2-40B4-BE49-F238E27FC236}">
                <a16:creationId xmlns:a16="http://schemas.microsoft.com/office/drawing/2014/main" id="{F6A7202D-3D79-4933-90E6-90207491F687}"/>
              </a:ext>
            </a:extLst>
          </p:cNvPr>
          <p:cNvSpPr txBox="1"/>
          <p:nvPr/>
        </p:nvSpPr>
        <p:spPr>
          <a:xfrm>
            <a:off x="6757091" y="2903363"/>
            <a:ext cx="727517" cy="194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900" dirty="0">
                <a:solidFill>
                  <a:schemeClr val="dk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rPr>
              <a:t>نتایج</a:t>
            </a:r>
            <a:endParaRPr sz="900" dirty="0">
              <a:solidFill>
                <a:schemeClr val="dk1"/>
              </a:solidFill>
              <a:latin typeface="Vazir" panose="020B0603030804020204" pitchFamily="34" charset="-78"/>
              <a:ea typeface="Catamaran"/>
              <a:cs typeface="Vazir" panose="020B0603030804020204" pitchFamily="34" charset="-78"/>
              <a:sym typeface="Catamaran"/>
            </a:endParaRPr>
          </a:p>
        </p:txBody>
      </p:sp>
      <p:sp>
        <p:nvSpPr>
          <p:cNvPr id="191" name="Google Shape;616;p39">
            <a:extLst>
              <a:ext uri="{FF2B5EF4-FFF2-40B4-BE49-F238E27FC236}">
                <a16:creationId xmlns:a16="http://schemas.microsoft.com/office/drawing/2014/main" id="{5772928D-7B6B-4F34-99FE-3F6CF6BE10FB}"/>
              </a:ext>
            </a:extLst>
          </p:cNvPr>
          <p:cNvSpPr txBox="1"/>
          <p:nvPr/>
        </p:nvSpPr>
        <p:spPr>
          <a:xfrm>
            <a:off x="6803098" y="4427975"/>
            <a:ext cx="727517" cy="194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900" dirty="0">
                <a:solidFill>
                  <a:schemeClr val="dk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rPr>
              <a:t>پاسخگویی به سؤالات</a:t>
            </a:r>
            <a:endParaRPr sz="900" dirty="0">
              <a:solidFill>
                <a:schemeClr val="dk1"/>
              </a:solidFill>
              <a:latin typeface="Vazir" panose="020B0603030804020204" pitchFamily="34" charset="-78"/>
              <a:ea typeface="Catamaran"/>
              <a:cs typeface="Vazir" panose="020B0603030804020204" pitchFamily="34" charset="-78"/>
              <a:sym typeface="Catamaran"/>
            </a:endParaRPr>
          </a:p>
        </p:txBody>
      </p:sp>
      <p:sp>
        <p:nvSpPr>
          <p:cNvPr id="192" name="Google Shape;120;p7">
            <a:extLst>
              <a:ext uri="{FF2B5EF4-FFF2-40B4-BE49-F238E27FC236}">
                <a16:creationId xmlns:a16="http://schemas.microsoft.com/office/drawing/2014/main" id="{4A7A9DB2-86BD-43FB-B38F-A71CB541AAC1}"/>
              </a:ext>
            </a:extLst>
          </p:cNvPr>
          <p:cNvSpPr txBox="1">
            <a:spLocks/>
          </p:cNvSpPr>
          <p:nvPr/>
        </p:nvSpPr>
        <p:spPr>
          <a:xfrm>
            <a:off x="114716" y="656300"/>
            <a:ext cx="1199437" cy="39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3970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00" b="0" i="0" u="none" strike="noStrike" cap="none">
                <a:solidFill>
                  <a:schemeClr val="tx1">
                    <a:lumMod val="90000"/>
                    <a:lumOff val="10000"/>
                  </a:schemeClr>
                </a:solidFill>
                <a:latin typeface="Vazir" panose="020B0603030804020204" pitchFamily="34" charset="-78"/>
                <a:ea typeface="Arial"/>
                <a:cs typeface="Vazir" panose="020B0603030804020204" pitchFamily="34" charset="-78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⬡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⬡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a-IR" dirty="0"/>
              <a:t>دانشگاه اصفهان</a:t>
            </a:r>
          </a:p>
          <a:p>
            <a:r>
              <a:rPr lang="fa-IR" dirty="0"/>
              <a:t>دانشکده مهندسی کامپیوتر</a:t>
            </a:r>
          </a:p>
          <a:p>
            <a:r>
              <a:rPr lang="fa-IR" dirty="0"/>
              <a:t>گروه مهندسی فناوری اطلاعات</a:t>
            </a:r>
          </a:p>
        </p:txBody>
      </p:sp>
      <p:sp>
        <p:nvSpPr>
          <p:cNvPr id="193" name="Google Shape;239;p17">
            <a:extLst>
              <a:ext uri="{FF2B5EF4-FFF2-40B4-BE49-F238E27FC236}">
                <a16:creationId xmlns:a16="http://schemas.microsoft.com/office/drawing/2014/main" id="{433169B9-33CE-4384-97B2-534E57CAFC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4533" y="366505"/>
            <a:ext cx="6010500" cy="39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algn="r" rtl="1"/>
            <a:r>
              <a:rPr lang="fa-IR" sz="2400" dirty="0">
                <a:latin typeface="Vazir" panose="020B0603030804020204" pitchFamily="34" charset="-78"/>
                <a:cs typeface="Vazir" panose="020B0603030804020204" pitchFamily="34" charset="-78"/>
              </a:rPr>
              <a:t>الگوریتم </a:t>
            </a:r>
            <a:r>
              <a:rPr lang="en-US" sz="2400" dirty="0" err="1">
                <a:latin typeface="Vazir" panose="020B0603030804020204" pitchFamily="34" charset="-78"/>
                <a:cs typeface="Vazir" panose="020B0603030804020204" pitchFamily="34" charset="-78"/>
              </a:rPr>
              <a:t>TreeClasifier</a:t>
            </a:r>
            <a:endParaRPr lang="fa-IR" sz="2400" dirty="0">
              <a:latin typeface="Vazir" panose="020B0603030804020204" pitchFamily="34" charset="-78"/>
              <a:cs typeface="Vazir" panose="020B0603030804020204" pitchFamily="34" charset="-78"/>
            </a:endParaRPr>
          </a:p>
        </p:txBody>
      </p:sp>
      <p:sp>
        <p:nvSpPr>
          <p:cNvPr id="217" name="Google Shape;125;p8">
            <a:extLst>
              <a:ext uri="{FF2B5EF4-FFF2-40B4-BE49-F238E27FC236}">
                <a16:creationId xmlns:a16="http://schemas.microsoft.com/office/drawing/2014/main" id="{1C9D5385-CA31-4C5C-BA9E-4B4243D6E0D2}"/>
              </a:ext>
            </a:extLst>
          </p:cNvPr>
          <p:cNvSpPr/>
          <p:nvPr/>
        </p:nvSpPr>
        <p:spPr>
          <a:xfrm>
            <a:off x="8574184" y="4822960"/>
            <a:ext cx="525386" cy="271414"/>
          </a:xfrm>
          <a:custGeom>
            <a:avLst/>
            <a:gdLst/>
            <a:ahLst/>
            <a:cxnLst/>
            <a:rect l="l" t="t" r="r" b="b"/>
            <a:pathLst>
              <a:path w="21598" h="21315" extrusionOk="0">
                <a:moveTo>
                  <a:pt x="21599" y="14389"/>
                </a:moveTo>
                <a:lnTo>
                  <a:pt x="21599" y="6924"/>
                </a:lnTo>
                <a:cubicBezTo>
                  <a:pt x="21599" y="5784"/>
                  <a:pt x="20918" y="4730"/>
                  <a:pt x="19814" y="4161"/>
                </a:cubicBezTo>
                <a:lnTo>
                  <a:pt x="12583" y="428"/>
                </a:lnTo>
                <a:cubicBezTo>
                  <a:pt x="11478" y="-142"/>
                  <a:pt x="10118" y="-142"/>
                  <a:pt x="9013" y="428"/>
                </a:cubicBezTo>
                <a:lnTo>
                  <a:pt x="1783" y="4161"/>
                </a:lnTo>
                <a:cubicBezTo>
                  <a:pt x="679" y="4731"/>
                  <a:pt x="0" y="5784"/>
                  <a:pt x="0" y="6924"/>
                </a:cubicBezTo>
                <a:lnTo>
                  <a:pt x="0" y="14392"/>
                </a:lnTo>
                <a:cubicBezTo>
                  <a:pt x="1" y="15532"/>
                  <a:pt x="681" y="16585"/>
                  <a:pt x="1785" y="17155"/>
                </a:cubicBezTo>
                <a:lnTo>
                  <a:pt x="9016" y="20888"/>
                </a:lnTo>
                <a:cubicBezTo>
                  <a:pt x="10120" y="21458"/>
                  <a:pt x="11481" y="21458"/>
                  <a:pt x="12585" y="20888"/>
                </a:cubicBezTo>
                <a:lnTo>
                  <a:pt x="19816" y="17155"/>
                </a:lnTo>
                <a:cubicBezTo>
                  <a:pt x="20920" y="16584"/>
                  <a:pt x="21600" y="15530"/>
                  <a:pt x="21599" y="14389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fa-IR" sz="1000" i="0" u="none" strike="noStrike" cap="none" dirty="0">
                <a:solidFill>
                  <a:schemeClr val="bg1"/>
                </a:solidFill>
                <a:latin typeface="Vazir FD-WOL" panose="020B0603030804020204" pitchFamily="34" charset="-78"/>
                <a:cs typeface="Vazir FD-WOL" panose="020B0603030804020204" pitchFamily="34" charset="-78"/>
              </a:rPr>
              <a:t>12</a:t>
            </a:r>
            <a:r>
              <a:rPr lang="fa-IR" sz="1000" i="0" u="none" strike="noStrike" cap="none" dirty="0">
                <a:solidFill>
                  <a:schemeClr val="bg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از </a:t>
            </a:r>
            <a:r>
              <a:rPr lang="fa-IR" sz="1000" i="0" u="none" strike="noStrike" cap="none" dirty="0">
                <a:solidFill>
                  <a:schemeClr val="bg1"/>
                </a:solidFill>
                <a:latin typeface="Vazir FD-WOL" panose="020B0603030804020204" pitchFamily="34" charset="-78"/>
                <a:cs typeface="Vazir FD-WOL" panose="020B0603030804020204" pitchFamily="34" charset="-78"/>
              </a:rPr>
              <a:t>19</a:t>
            </a:r>
            <a:endParaRPr sz="1000" i="0" u="none" strike="noStrike" cap="none" dirty="0">
              <a:solidFill>
                <a:schemeClr val="bg1"/>
              </a:solidFill>
              <a:latin typeface="Vazir FD-WOL" panose="020B0603030804020204" pitchFamily="34" charset="-78"/>
              <a:cs typeface="Vazir FD-WOL" panose="020B0603030804020204" pitchFamily="34" charset="-78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E53AFF6-C9FD-4C7F-9178-48F09D5409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9391" y="1136584"/>
            <a:ext cx="5058901" cy="294464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03105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92EB0CC-A94B-419A-A4FA-3D53B5B5D1DD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ar-BH" dirty="0">
                <a:latin typeface="Vazir" panose="020B0603030804020204" pitchFamily="34" charset="-78"/>
                <a:cs typeface="Vazir" panose="020B0603030804020204" pitchFamily="34" charset="-78"/>
              </a:rPr>
              <a:t>سحر سرکار - تحلیل ویژگی‌های رادیومیکس برای تشخیص عفونت در ریه - شهریور </a:t>
            </a:r>
            <a:r>
              <a:rPr lang="ar-BH" dirty="0">
                <a:latin typeface="Vazir FD-WOL" panose="020B0603030804020204" pitchFamily="34" charset="-78"/>
                <a:cs typeface="Vazir FD-WOL" panose="020B0603030804020204" pitchFamily="34" charset="-78"/>
              </a:rPr>
              <a:t>1400</a:t>
            </a:r>
            <a:endParaRPr lang="en-US" dirty="0">
              <a:latin typeface="Vazir FD-WOL" panose="020B0603030804020204" pitchFamily="34" charset="-78"/>
              <a:cs typeface="Vazir FD-WOL" panose="020B0603030804020204" pitchFamily="34" charset="-78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5A031A7-13FD-47CE-A02B-DE9AC34C57FE}"/>
              </a:ext>
            </a:extLst>
          </p:cNvPr>
          <p:cNvGrpSpPr/>
          <p:nvPr/>
        </p:nvGrpSpPr>
        <p:grpSpPr>
          <a:xfrm rot="16200000">
            <a:off x="4892224" y="1966620"/>
            <a:ext cx="6152709" cy="886850"/>
            <a:chOff x="0" y="2536120"/>
            <a:chExt cx="9144000" cy="1011043"/>
          </a:xfrm>
        </p:grpSpPr>
        <p:sp>
          <p:nvSpPr>
            <p:cNvPr id="58" name="Google Shape;594;p39">
              <a:extLst>
                <a:ext uri="{FF2B5EF4-FFF2-40B4-BE49-F238E27FC236}">
                  <a16:creationId xmlns:a16="http://schemas.microsoft.com/office/drawing/2014/main" id="{50921073-1AD5-4BF4-B917-0BD453041470}"/>
                </a:ext>
              </a:extLst>
            </p:cNvPr>
            <p:cNvSpPr/>
            <p:nvPr/>
          </p:nvSpPr>
          <p:spPr>
            <a:xfrm>
              <a:off x="0" y="2536120"/>
              <a:ext cx="9144000" cy="1011043"/>
            </a:xfrm>
            <a:custGeom>
              <a:avLst/>
              <a:gdLst/>
              <a:ahLst/>
              <a:cxnLst/>
              <a:rect l="l" t="t" r="r" b="b"/>
              <a:pathLst>
                <a:path w="12192000" h="1348058" extrusionOk="0">
                  <a:moveTo>
                    <a:pt x="12192000" y="0"/>
                  </a:moveTo>
                  <a:lnTo>
                    <a:pt x="10837333" y="0"/>
                  </a:lnTo>
                  <a:cubicBezTo>
                    <a:pt x="10463295" y="0"/>
                    <a:pt x="10160000" y="301773"/>
                    <a:pt x="10160000" y="674029"/>
                  </a:cubicBezTo>
                  <a:lnTo>
                    <a:pt x="10160000" y="674029"/>
                  </a:lnTo>
                  <a:cubicBezTo>
                    <a:pt x="10160000" y="1046281"/>
                    <a:pt x="9856705" y="1348059"/>
                    <a:pt x="9482667" y="1348059"/>
                  </a:cubicBezTo>
                  <a:lnTo>
                    <a:pt x="9482667" y="1348059"/>
                  </a:lnTo>
                  <a:cubicBezTo>
                    <a:pt x="9108581" y="1348059"/>
                    <a:pt x="8805333" y="1046281"/>
                    <a:pt x="8805333" y="674029"/>
                  </a:cubicBezTo>
                  <a:lnTo>
                    <a:pt x="8805333" y="674029"/>
                  </a:lnTo>
                  <a:cubicBezTo>
                    <a:pt x="8805333" y="301773"/>
                    <a:pt x="8502086" y="0"/>
                    <a:pt x="8128000" y="0"/>
                  </a:cubicBezTo>
                  <a:lnTo>
                    <a:pt x="8128000" y="0"/>
                  </a:lnTo>
                  <a:cubicBezTo>
                    <a:pt x="7753915" y="0"/>
                    <a:pt x="7450667" y="301773"/>
                    <a:pt x="7450667" y="674029"/>
                  </a:cubicBezTo>
                  <a:lnTo>
                    <a:pt x="7450667" y="674029"/>
                  </a:lnTo>
                  <a:cubicBezTo>
                    <a:pt x="7450667" y="1046281"/>
                    <a:pt x="7147419" y="1348059"/>
                    <a:pt x="6773334" y="1348059"/>
                  </a:cubicBezTo>
                  <a:lnTo>
                    <a:pt x="6773334" y="1348059"/>
                  </a:lnTo>
                  <a:cubicBezTo>
                    <a:pt x="6399248" y="1348059"/>
                    <a:pt x="6096000" y="1046281"/>
                    <a:pt x="6096000" y="674029"/>
                  </a:cubicBezTo>
                  <a:lnTo>
                    <a:pt x="6096000" y="674029"/>
                  </a:lnTo>
                  <a:cubicBezTo>
                    <a:pt x="6096000" y="301773"/>
                    <a:pt x="5792753" y="0"/>
                    <a:pt x="5418667" y="0"/>
                  </a:cubicBezTo>
                  <a:lnTo>
                    <a:pt x="5418667" y="0"/>
                  </a:lnTo>
                  <a:cubicBezTo>
                    <a:pt x="5044581" y="0"/>
                    <a:pt x="4741334" y="301773"/>
                    <a:pt x="4741334" y="674029"/>
                  </a:cubicBezTo>
                  <a:lnTo>
                    <a:pt x="4741334" y="674029"/>
                  </a:lnTo>
                  <a:cubicBezTo>
                    <a:pt x="4741334" y="1046281"/>
                    <a:pt x="4438076" y="1348059"/>
                    <a:pt x="4064000" y="1348059"/>
                  </a:cubicBezTo>
                  <a:lnTo>
                    <a:pt x="4064000" y="1348059"/>
                  </a:lnTo>
                  <a:cubicBezTo>
                    <a:pt x="3689924" y="1348059"/>
                    <a:pt x="3386667" y="1046281"/>
                    <a:pt x="3386667" y="674029"/>
                  </a:cubicBezTo>
                  <a:lnTo>
                    <a:pt x="3386667" y="674029"/>
                  </a:lnTo>
                  <a:cubicBezTo>
                    <a:pt x="3386667" y="301773"/>
                    <a:pt x="3083410" y="0"/>
                    <a:pt x="2709333" y="0"/>
                  </a:cubicBezTo>
                  <a:lnTo>
                    <a:pt x="2709333" y="0"/>
                  </a:lnTo>
                  <a:cubicBezTo>
                    <a:pt x="2335257" y="0"/>
                    <a:pt x="2032000" y="301773"/>
                    <a:pt x="2032000" y="674029"/>
                  </a:cubicBezTo>
                  <a:lnTo>
                    <a:pt x="2032000" y="674029"/>
                  </a:lnTo>
                  <a:cubicBezTo>
                    <a:pt x="2032000" y="1046281"/>
                    <a:pt x="1728743" y="1348059"/>
                    <a:pt x="1354667" y="1348059"/>
                  </a:cubicBezTo>
                  <a:lnTo>
                    <a:pt x="0" y="1348059"/>
                  </a:lnTo>
                </a:path>
              </a:pathLst>
            </a:custGeom>
            <a:noFill/>
            <a:ln w="228600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Vazir" panose="020B0603030804020204" pitchFamily="34" charset="-78"/>
                <a:ea typeface="Calibri"/>
                <a:cs typeface="Vazir" panose="020B0603030804020204" pitchFamily="34" charset="-78"/>
                <a:sym typeface="Calibri"/>
              </a:endParaRPr>
            </a:p>
          </p:txBody>
        </p:sp>
        <p:sp>
          <p:nvSpPr>
            <p:cNvPr id="59" name="Google Shape;595;p39">
              <a:extLst>
                <a:ext uri="{FF2B5EF4-FFF2-40B4-BE49-F238E27FC236}">
                  <a16:creationId xmlns:a16="http://schemas.microsoft.com/office/drawing/2014/main" id="{80BD9715-5D54-48BA-8232-EBD61376B29C}"/>
                </a:ext>
              </a:extLst>
            </p:cNvPr>
            <p:cNvSpPr/>
            <p:nvPr/>
          </p:nvSpPr>
          <p:spPr>
            <a:xfrm>
              <a:off x="0" y="2536120"/>
              <a:ext cx="9144000" cy="1011043"/>
            </a:xfrm>
            <a:custGeom>
              <a:avLst/>
              <a:gdLst/>
              <a:ahLst/>
              <a:cxnLst/>
              <a:rect l="l" t="t" r="r" b="b"/>
              <a:pathLst>
                <a:path w="12192000" h="1348058" extrusionOk="0">
                  <a:moveTo>
                    <a:pt x="12192000" y="0"/>
                  </a:moveTo>
                  <a:lnTo>
                    <a:pt x="10837333" y="0"/>
                  </a:lnTo>
                  <a:cubicBezTo>
                    <a:pt x="10463295" y="0"/>
                    <a:pt x="10160000" y="301773"/>
                    <a:pt x="10160000" y="674029"/>
                  </a:cubicBezTo>
                  <a:lnTo>
                    <a:pt x="10160000" y="674029"/>
                  </a:lnTo>
                  <a:cubicBezTo>
                    <a:pt x="10160000" y="1046281"/>
                    <a:pt x="9856705" y="1348059"/>
                    <a:pt x="9482667" y="1348059"/>
                  </a:cubicBezTo>
                  <a:lnTo>
                    <a:pt x="9482667" y="1348059"/>
                  </a:lnTo>
                  <a:cubicBezTo>
                    <a:pt x="9108581" y="1348059"/>
                    <a:pt x="8805333" y="1046281"/>
                    <a:pt x="8805333" y="674029"/>
                  </a:cubicBezTo>
                  <a:lnTo>
                    <a:pt x="8805333" y="674029"/>
                  </a:lnTo>
                  <a:cubicBezTo>
                    <a:pt x="8805333" y="301773"/>
                    <a:pt x="8502086" y="0"/>
                    <a:pt x="8128000" y="0"/>
                  </a:cubicBezTo>
                  <a:lnTo>
                    <a:pt x="8128000" y="0"/>
                  </a:lnTo>
                  <a:cubicBezTo>
                    <a:pt x="7753915" y="0"/>
                    <a:pt x="7450667" y="301773"/>
                    <a:pt x="7450667" y="674029"/>
                  </a:cubicBezTo>
                  <a:lnTo>
                    <a:pt x="7450667" y="674029"/>
                  </a:lnTo>
                  <a:cubicBezTo>
                    <a:pt x="7450667" y="1046281"/>
                    <a:pt x="7147419" y="1348059"/>
                    <a:pt x="6773334" y="1348059"/>
                  </a:cubicBezTo>
                  <a:lnTo>
                    <a:pt x="6773334" y="1348059"/>
                  </a:lnTo>
                  <a:cubicBezTo>
                    <a:pt x="6399248" y="1348059"/>
                    <a:pt x="6096000" y="1046281"/>
                    <a:pt x="6096000" y="674029"/>
                  </a:cubicBezTo>
                  <a:lnTo>
                    <a:pt x="6096000" y="674029"/>
                  </a:lnTo>
                  <a:cubicBezTo>
                    <a:pt x="6096000" y="301773"/>
                    <a:pt x="5792753" y="0"/>
                    <a:pt x="5418667" y="0"/>
                  </a:cubicBezTo>
                  <a:lnTo>
                    <a:pt x="5418667" y="0"/>
                  </a:lnTo>
                  <a:cubicBezTo>
                    <a:pt x="5044581" y="0"/>
                    <a:pt x="4741334" y="301773"/>
                    <a:pt x="4741334" y="674029"/>
                  </a:cubicBezTo>
                  <a:lnTo>
                    <a:pt x="4741334" y="674029"/>
                  </a:lnTo>
                  <a:cubicBezTo>
                    <a:pt x="4741334" y="1046281"/>
                    <a:pt x="4438076" y="1348059"/>
                    <a:pt x="4064000" y="1348059"/>
                  </a:cubicBezTo>
                  <a:lnTo>
                    <a:pt x="4064000" y="1348059"/>
                  </a:lnTo>
                  <a:cubicBezTo>
                    <a:pt x="3689924" y="1348059"/>
                    <a:pt x="3386667" y="1046281"/>
                    <a:pt x="3386667" y="674029"/>
                  </a:cubicBezTo>
                  <a:lnTo>
                    <a:pt x="3386667" y="674029"/>
                  </a:lnTo>
                  <a:cubicBezTo>
                    <a:pt x="3386667" y="301773"/>
                    <a:pt x="3083410" y="0"/>
                    <a:pt x="2709333" y="0"/>
                  </a:cubicBezTo>
                  <a:lnTo>
                    <a:pt x="2709333" y="0"/>
                  </a:lnTo>
                  <a:cubicBezTo>
                    <a:pt x="2335257" y="0"/>
                    <a:pt x="2032000" y="301773"/>
                    <a:pt x="2032000" y="674029"/>
                  </a:cubicBezTo>
                  <a:lnTo>
                    <a:pt x="2032000" y="674029"/>
                  </a:lnTo>
                  <a:cubicBezTo>
                    <a:pt x="2032000" y="1046281"/>
                    <a:pt x="1728743" y="1348059"/>
                    <a:pt x="1354667" y="1348059"/>
                  </a:cubicBezTo>
                  <a:lnTo>
                    <a:pt x="0" y="1348059"/>
                  </a:lnTo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dash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Vazir" panose="020B0603030804020204" pitchFamily="34" charset="-78"/>
                <a:ea typeface="Calibri"/>
                <a:cs typeface="Vazir" panose="020B0603030804020204" pitchFamily="34" charset="-78"/>
                <a:sym typeface="Calibri"/>
              </a:endParaRPr>
            </a:p>
          </p:txBody>
        </p:sp>
      </p:grpSp>
      <p:sp>
        <p:nvSpPr>
          <p:cNvPr id="122" name="Google Shape;616;p39">
            <a:extLst>
              <a:ext uri="{FF2B5EF4-FFF2-40B4-BE49-F238E27FC236}">
                <a16:creationId xmlns:a16="http://schemas.microsoft.com/office/drawing/2014/main" id="{F29FF600-2F87-4B4C-95EA-EF55460CBCEA}"/>
              </a:ext>
            </a:extLst>
          </p:cNvPr>
          <p:cNvSpPr txBox="1"/>
          <p:nvPr/>
        </p:nvSpPr>
        <p:spPr>
          <a:xfrm>
            <a:off x="8372054" y="2255511"/>
            <a:ext cx="727517" cy="194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900" dirty="0">
                <a:solidFill>
                  <a:schemeClr val="dk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rPr>
              <a:t>روش پیشنهادی</a:t>
            </a:r>
            <a:endParaRPr sz="900" dirty="0">
              <a:solidFill>
                <a:schemeClr val="dk1"/>
              </a:solidFill>
              <a:latin typeface="Vazir" panose="020B0603030804020204" pitchFamily="34" charset="-78"/>
              <a:ea typeface="Catamaran"/>
              <a:cs typeface="Vazir" panose="020B0603030804020204" pitchFamily="34" charset="-78"/>
              <a:sym typeface="Catamaran"/>
            </a:endParaRPr>
          </a:p>
        </p:txBody>
      </p: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A2931612-A263-42C4-9F74-FD8FD8FE4783}"/>
              </a:ext>
            </a:extLst>
          </p:cNvPr>
          <p:cNvGrpSpPr/>
          <p:nvPr/>
        </p:nvGrpSpPr>
        <p:grpSpPr>
          <a:xfrm>
            <a:off x="6958941" y="1229022"/>
            <a:ext cx="334744" cy="334744"/>
            <a:chOff x="5858533" y="3371391"/>
            <a:chExt cx="334744" cy="334744"/>
          </a:xfrm>
        </p:grpSpPr>
        <p:sp>
          <p:nvSpPr>
            <p:cNvPr id="161" name="Google Shape;606;p39">
              <a:extLst>
                <a:ext uri="{FF2B5EF4-FFF2-40B4-BE49-F238E27FC236}">
                  <a16:creationId xmlns:a16="http://schemas.microsoft.com/office/drawing/2014/main" id="{9A8714E9-F157-4C6C-8C36-CF5D87D403B3}"/>
                </a:ext>
              </a:extLst>
            </p:cNvPr>
            <p:cNvSpPr/>
            <p:nvPr/>
          </p:nvSpPr>
          <p:spPr>
            <a:xfrm rot="2637262">
              <a:off x="5858533" y="3371391"/>
              <a:ext cx="334744" cy="334744"/>
            </a:xfrm>
            <a:prstGeom prst="teardrop">
              <a:avLst>
                <a:gd name="adj" fmla="val 95976"/>
              </a:avLst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  <p:sp>
          <p:nvSpPr>
            <p:cNvPr id="162" name="Google Shape;607;p39">
              <a:extLst>
                <a:ext uri="{FF2B5EF4-FFF2-40B4-BE49-F238E27FC236}">
                  <a16:creationId xmlns:a16="http://schemas.microsoft.com/office/drawing/2014/main" id="{7BBF0579-51AE-48EA-A3E0-5FBFDD196F32}"/>
                </a:ext>
              </a:extLst>
            </p:cNvPr>
            <p:cNvSpPr/>
            <p:nvPr/>
          </p:nvSpPr>
          <p:spPr>
            <a:xfrm flipH="1">
              <a:off x="5958855" y="3478265"/>
              <a:ext cx="134100" cy="13409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a-IR" sz="800" dirty="0">
                  <a:solidFill>
                    <a:schemeClr val="dk1"/>
                  </a:solidFill>
                  <a:latin typeface="Vazir FD-WOL" panose="020B0603030804020204" pitchFamily="34" charset="-78"/>
                  <a:ea typeface="Catamaran"/>
                  <a:cs typeface="Vazir FD-WOL" panose="020B0603030804020204" pitchFamily="34" charset="-78"/>
                  <a:sym typeface="Catamaran"/>
                </a:rPr>
                <a:t>2</a:t>
              </a:r>
              <a:endParaRPr sz="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F607B433-AF5E-4FE8-A066-3EDBF6E125E8}"/>
              </a:ext>
            </a:extLst>
          </p:cNvPr>
          <p:cNvGrpSpPr/>
          <p:nvPr/>
        </p:nvGrpSpPr>
        <p:grpSpPr>
          <a:xfrm>
            <a:off x="8616854" y="1901496"/>
            <a:ext cx="334744" cy="334744"/>
            <a:chOff x="5858533" y="3371391"/>
            <a:chExt cx="334744" cy="334744"/>
          </a:xfrm>
        </p:grpSpPr>
        <p:sp>
          <p:nvSpPr>
            <p:cNvPr id="170" name="Google Shape;606;p39">
              <a:extLst>
                <a:ext uri="{FF2B5EF4-FFF2-40B4-BE49-F238E27FC236}">
                  <a16:creationId xmlns:a16="http://schemas.microsoft.com/office/drawing/2014/main" id="{D23848B0-940E-4BA6-9198-E37E59821155}"/>
                </a:ext>
              </a:extLst>
            </p:cNvPr>
            <p:cNvSpPr/>
            <p:nvPr/>
          </p:nvSpPr>
          <p:spPr>
            <a:xfrm rot="13248051">
              <a:off x="5858533" y="3371391"/>
              <a:ext cx="334744" cy="334744"/>
            </a:xfrm>
            <a:prstGeom prst="teardrop">
              <a:avLst>
                <a:gd name="adj" fmla="val 95976"/>
              </a:avLst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  <p:sp>
          <p:nvSpPr>
            <p:cNvPr id="171" name="Google Shape;607;p39">
              <a:extLst>
                <a:ext uri="{FF2B5EF4-FFF2-40B4-BE49-F238E27FC236}">
                  <a16:creationId xmlns:a16="http://schemas.microsoft.com/office/drawing/2014/main" id="{3161D906-0AB7-4435-B6E0-65FA3088814F}"/>
                </a:ext>
              </a:extLst>
            </p:cNvPr>
            <p:cNvSpPr/>
            <p:nvPr/>
          </p:nvSpPr>
          <p:spPr>
            <a:xfrm flipH="1">
              <a:off x="5958855" y="3478265"/>
              <a:ext cx="134100" cy="13409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a-IR" sz="800" dirty="0">
                  <a:solidFill>
                    <a:schemeClr val="dk1"/>
                  </a:solidFill>
                  <a:latin typeface="Vazir FD-WOL" panose="020B0603030804020204" pitchFamily="34" charset="-78"/>
                  <a:ea typeface="Catamaran"/>
                  <a:cs typeface="Vazir FD-WOL" panose="020B0603030804020204" pitchFamily="34" charset="-78"/>
                  <a:sym typeface="Catamaran"/>
                </a:rPr>
                <a:t>3</a:t>
              </a:r>
              <a:endParaRPr sz="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</p:grp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85FB2DA9-9820-4E5E-A3C0-913754982C04}"/>
              </a:ext>
            </a:extLst>
          </p:cNvPr>
          <p:cNvGrpSpPr/>
          <p:nvPr/>
        </p:nvGrpSpPr>
        <p:grpSpPr>
          <a:xfrm>
            <a:off x="8619860" y="488928"/>
            <a:ext cx="334744" cy="334744"/>
            <a:chOff x="5858533" y="3371391"/>
            <a:chExt cx="334744" cy="334744"/>
          </a:xfrm>
        </p:grpSpPr>
        <p:sp>
          <p:nvSpPr>
            <p:cNvPr id="176" name="Google Shape;606;p39">
              <a:extLst>
                <a:ext uri="{FF2B5EF4-FFF2-40B4-BE49-F238E27FC236}">
                  <a16:creationId xmlns:a16="http://schemas.microsoft.com/office/drawing/2014/main" id="{BFA6331C-330F-4A0C-8BEC-20A79F762588}"/>
                </a:ext>
              </a:extLst>
            </p:cNvPr>
            <p:cNvSpPr/>
            <p:nvPr/>
          </p:nvSpPr>
          <p:spPr>
            <a:xfrm rot="13248051">
              <a:off x="5858533" y="3371391"/>
              <a:ext cx="334744" cy="334744"/>
            </a:xfrm>
            <a:prstGeom prst="teardrop">
              <a:avLst>
                <a:gd name="adj" fmla="val 95976"/>
              </a:avLst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  <p:sp>
          <p:nvSpPr>
            <p:cNvPr id="177" name="Google Shape;607;p39">
              <a:extLst>
                <a:ext uri="{FF2B5EF4-FFF2-40B4-BE49-F238E27FC236}">
                  <a16:creationId xmlns:a16="http://schemas.microsoft.com/office/drawing/2014/main" id="{9F67978A-2AB8-458F-BBAE-796DDE89B0BF}"/>
                </a:ext>
              </a:extLst>
            </p:cNvPr>
            <p:cNvSpPr/>
            <p:nvPr/>
          </p:nvSpPr>
          <p:spPr>
            <a:xfrm flipH="1">
              <a:off x="5958855" y="3478265"/>
              <a:ext cx="134100" cy="13409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a-IR" sz="800" dirty="0">
                  <a:solidFill>
                    <a:schemeClr val="dk1"/>
                  </a:solidFill>
                  <a:latin typeface="Vazir FD-WOL" panose="020B0603030804020204" pitchFamily="34" charset="-78"/>
                  <a:ea typeface="Catamaran"/>
                  <a:cs typeface="Vazir FD-WOL" panose="020B0603030804020204" pitchFamily="34" charset="-78"/>
                  <a:sym typeface="Catamaran"/>
                </a:rPr>
                <a:t>1</a:t>
              </a:r>
              <a:endParaRPr sz="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</p:grp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705762E8-5DA5-46C0-B527-8EB0E2381A3A}"/>
              </a:ext>
            </a:extLst>
          </p:cNvPr>
          <p:cNvGrpSpPr/>
          <p:nvPr/>
        </p:nvGrpSpPr>
        <p:grpSpPr>
          <a:xfrm>
            <a:off x="8613156" y="3244845"/>
            <a:ext cx="334744" cy="334744"/>
            <a:chOff x="5858533" y="3371391"/>
            <a:chExt cx="334744" cy="334744"/>
          </a:xfrm>
        </p:grpSpPr>
        <p:sp>
          <p:nvSpPr>
            <p:cNvPr id="179" name="Google Shape;606;p39">
              <a:extLst>
                <a:ext uri="{FF2B5EF4-FFF2-40B4-BE49-F238E27FC236}">
                  <a16:creationId xmlns:a16="http://schemas.microsoft.com/office/drawing/2014/main" id="{1C268A1C-94D1-45A0-8AAB-024E02FECA32}"/>
                </a:ext>
              </a:extLst>
            </p:cNvPr>
            <p:cNvSpPr/>
            <p:nvPr/>
          </p:nvSpPr>
          <p:spPr>
            <a:xfrm rot="13248051">
              <a:off x="5858533" y="3371391"/>
              <a:ext cx="334744" cy="334744"/>
            </a:xfrm>
            <a:prstGeom prst="teardrop">
              <a:avLst>
                <a:gd name="adj" fmla="val 95976"/>
              </a:avLst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  <p:sp>
          <p:nvSpPr>
            <p:cNvPr id="180" name="Google Shape;607;p39">
              <a:extLst>
                <a:ext uri="{FF2B5EF4-FFF2-40B4-BE49-F238E27FC236}">
                  <a16:creationId xmlns:a16="http://schemas.microsoft.com/office/drawing/2014/main" id="{40FDC796-3573-41A2-8118-388C2B9B2C51}"/>
                </a:ext>
              </a:extLst>
            </p:cNvPr>
            <p:cNvSpPr/>
            <p:nvPr/>
          </p:nvSpPr>
          <p:spPr>
            <a:xfrm flipH="1">
              <a:off x="5958855" y="3478265"/>
              <a:ext cx="134100" cy="13409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a-IR" sz="800" dirty="0">
                  <a:solidFill>
                    <a:schemeClr val="dk1"/>
                  </a:solidFill>
                  <a:latin typeface="Vazir FD-WOL" panose="020B0603030804020204" pitchFamily="34" charset="-78"/>
                  <a:ea typeface="Catamaran"/>
                  <a:cs typeface="Vazir FD-WOL" panose="020B0603030804020204" pitchFamily="34" charset="-78"/>
                  <a:sym typeface="Catamaran"/>
                </a:rPr>
                <a:t>5</a:t>
              </a:r>
              <a:endParaRPr sz="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</p:grpSp>
      <p:grpSp>
        <p:nvGrpSpPr>
          <p:cNvPr id="181" name="Group 180">
            <a:extLst>
              <a:ext uri="{FF2B5EF4-FFF2-40B4-BE49-F238E27FC236}">
                <a16:creationId xmlns:a16="http://schemas.microsoft.com/office/drawing/2014/main" id="{380C664D-E262-42DF-9AF4-C6DA7AD3878D}"/>
              </a:ext>
            </a:extLst>
          </p:cNvPr>
          <p:cNvGrpSpPr/>
          <p:nvPr/>
        </p:nvGrpSpPr>
        <p:grpSpPr>
          <a:xfrm>
            <a:off x="6958941" y="2571750"/>
            <a:ext cx="334744" cy="334744"/>
            <a:chOff x="5858533" y="3371391"/>
            <a:chExt cx="334744" cy="334744"/>
          </a:xfrm>
        </p:grpSpPr>
        <p:sp>
          <p:nvSpPr>
            <p:cNvPr id="182" name="Google Shape;606;p39">
              <a:extLst>
                <a:ext uri="{FF2B5EF4-FFF2-40B4-BE49-F238E27FC236}">
                  <a16:creationId xmlns:a16="http://schemas.microsoft.com/office/drawing/2014/main" id="{8D4DD1D8-DC73-417E-87FD-1AAB18F94AA8}"/>
                </a:ext>
              </a:extLst>
            </p:cNvPr>
            <p:cNvSpPr/>
            <p:nvPr/>
          </p:nvSpPr>
          <p:spPr>
            <a:xfrm rot="2637262">
              <a:off x="5858533" y="3371391"/>
              <a:ext cx="334744" cy="334744"/>
            </a:xfrm>
            <a:prstGeom prst="teardrop">
              <a:avLst>
                <a:gd name="adj" fmla="val 95976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  <p:sp>
          <p:nvSpPr>
            <p:cNvPr id="183" name="Google Shape;607;p39">
              <a:extLst>
                <a:ext uri="{FF2B5EF4-FFF2-40B4-BE49-F238E27FC236}">
                  <a16:creationId xmlns:a16="http://schemas.microsoft.com/office/drawing/2014/main" id="{39033152-8FC9-4C4E-854F-CEF81B77D2D2}"/>
                </a:ext>
              </a:extLst>
            </p:cNvPr>
            <p:cNvSpPr/>
            <p:nvPr/>
          </p:nvSpPr>
          <p:spPr>
            <a:xfrm flipH="1">
              <a:off x="5958855" y="3478265"/>
              <a:ext cx="134100" cy="13409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a-IR" sz="800" dirty="0">
                  <a:solidFill>
                    <a:schemeClr val="dk1"/>
                  </a:solidFill>
                  <a:latin typeface="Vazir FD-WOL" panose="020B0603030804020204" pitchFamily="34" charset="-78"/>
                  <a:ea typeface="Catamaran"/>
                  <a:cs typeface="Vazir FD-WOL" panose="020B0603030804020204" pitchFamily="34" charset="-78"/>
                  <a:sym typeface="Catamaran"/>
                </a:rPr>
                <a:t>4</a:t>
              </a:r>
              <a:endParaRPr sz="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</p:grp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E845D49F-CFC4-4A8D-843F-F2B2EE601941}"/>
              </a:ext>
            </a:extLst>
          </p:cNvPr>
          <p:cNvGrpSpPr/>
          <p:nvPr/>
        </p:nvGrpSpPr>
        <p:grpSpPr>
          <a:xfrm>
            <a:off x="6958941" y="3958304"/>
            <a:ext cx="334744" cy="334744"/>
            <a:chOff x="5858533" y="3371391"/>
            <a:chExt cx="334744" cy="334744"/>
          </a:xfrm>
        </p:grpSpPr>
        <p:sp>
          <p:nvSpPr>
            <p:cNvPr id="185" name="Google Shape;606;p39">
              <a:extLst>
                <a:ext uri="{FF2B5EF4-FFF2-40B4-BE49-F238E27FC236}">
                  <a16:creationId xmlns:a16="http://schemas.microsoft.com/office/drawing/2014/main" id="{E0339356-B776-4ADB-BB33-A8E458CBF95F}"/>
                </a:ext>
              </a:extLst>
            </p:cNvPr>
            <p:cNvSpPr/>
            <p:nvPr/>
          </p:nvSpPr>
          <p:spPr>
            <a:xfrm rot="2637262">
              <a:off x="5858533" y="3371391"/>
              <a:ext cx="334744" cy="334744"/>
            </a:xfrm>
            <a:prstGeom prst="teardrop">
              <a:avLst>
                <a:gd name="adj" fmla="val 95976"/>
              </a:avLst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  <p:sp>
          <p:nvSpPr>
            <p:cNvPr id="186" name="Google Shape;607;p39">
              <a:extLst>
                <a:ext uri="{FF2B5EF4-FFF2-40B4-BE49-F238E27FC236}">
                  <a16:creationId xmlns:a16="http://schemas.microsoft.com/office/drawing/2014/main" id="{2B15C32B-08E3-4776-9818-46FF5A149C67}"/>
                </a:ext>
              </a:extLst>
            </p:cNvPr>
            <p:cNvSpPr/>
            <p:nvPr/>
          </p:nvSpPr>
          <p:spPr>
            <a:xfrm flipH="1">
              <a:off x="5958855" y="3478265"/>
              <a:ext cx="134100" cy="13409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a-IR" sz="800" dirty="0">
                  <a:solidFill>
                    <a:schemeClr val="dk1"/>
                  </a:solidFill>
                  <a:latin typeface="Vazir FD-WOL" panose="020B0603030804020204" pitchFamily="34" charset="-78"/>
                  <a:ea typeface="Catamaran"/>
                  <a:cs typeface="Vazir FD-WOL" panose="020B0603030804020204" pitchFamily="34" charset="-78"/>
                  <a:sym typeface="Catamaran"/>
                </a:rPr>
                <a:t>6</a:t>
              </a:r>
              <a:endParaRPr sz="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</p:grpSp>
      <p:sp>
        <p:nvSpPr>
          <p:cNvPr id="187" name="Google Shape;616;p39">
            <a:extLst>
              <a:ext uri="{FF2B5EF4-FFF2-40B4-BE49-F238E27FC236}">
                <a16:creationId xmlns:a16="http://schemas.microsoft.com/office/drawing/2014/main" id="{C328D034-AE93-43FA-BFFB-D797D269CA48}"/>
              </a:ext>
            </a:extLst>
          </p:cNvPr>
          <p:cNvSpPr txBox="1"/>
          <p:nvPr/>
        </p:nvSpPr>
        <p:spPr>
          <a:xfrm>
            <a:off x="8418152" y="777961"/>
            <a:ext cx="623993" cy="35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900" dirty="0">
                <a:solidFill>
                  <a:schemeClr val="dk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rPr>
              <a:t>مقدمه و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900" dirty="0">
                <a:solidFill>
                  <a:schemeClr val="dk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rPr>
              <a:t>بیان مسئله</a:t>
            </a:r>
            <a:endParaRPr sz="900" dirty="0">
              <a:solidFill>
                <a:schemeClr val="dk1"/>
              </a:solidFill>
              <a:latin typeface="Vazir" panose="020B0603030804020204" pitchFamily="34" charset="-78"/>
              <a:ea typeface="Catamaran"/>
              <a:cs typeface="Vazir" panose="020B0603030804020204" pitchFamily="34" charset="-78"/>
              <a:sym typeface="Catamaran"/>
            </a:endParaRPr>
          </a:p>
        </p:txBody>
      </p:sp>
      <p:sp>
        <p:nvSpPr>
          <p:cNvPr id="188" name="Google Shape;616;p39">
            <a:extLst>
              <a:ext uri="{FF2B5EF4-FFF2-40B4-BE49-F238E27FC236}">
                <a16:creationId xmlns:a16="http://schemas.microsoft.com/office/drawing/2014/main" id="{D43DA39D-0842-40F5-8CC7-6A6E67896929}"/>
              </a:ext>
            </a:extLst>
          </p:cNvPr>
          <p:cNvSpPr txBox="1"/>
          <p:nvPr/>
        </p:nvSpPr>
        <p:spPr>
          <a:xfrm>
            <a:off x="6803098" y="1633055"/>
            <a:ext cx="635502" cy="134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900" dirty="0">
                <a:solidFill>
                  <a:schemeClr val="dk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rPr>
              <a:t>مفاهیم</a:t>
            </a:r>
            <a:endParaRPr sz="900" dirty="0">
              <a:solidFill>
                <a:schemeClr val="dk1"/>
              </a:solidFill>
              <a:latin typeface="Vazir" panose="020B0603030804020204" pitchFamily="34" charset="-78"/>
              <a:ea typeface="Catamaran"/>
              <a:cs typeface="Vazir" panose="020B0603030804020204" pitchFamily="34" charset="-78"/>
              <a:sym typeface="Catamaran"/>
            </a:endParaRPr>
          </a:p>
        </p:txBody>
      </p:sp>
      <p:sp>
        <p:nvSpPr>
          <p:cNvPr id="189" name="Google Shape;616;p39">
            <a:extLst>
              <a:ext uri="{FF2B5EF4-FFF2-40B4-BE49-F238E27FC236}">
                <a16:creationId xmlns:a16="http://schemas.microsoft.com/office/drawing/2014/main" id="{65E30DE2-FAF6-45DC-973F-655CF47BC284}"/>
              </a:ext>
            </a:extLst>
          </p:cNvPr>
          <p:cNvSpPr txBox="1"/>
          <p:nvPr/>
        </p:nvSpPr>
        <p:spPr>
          <a:xfrm>
            <a:off x="8372053" y="3698163"/>
            <a:ext cx="727517" cy="194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900" dirty="0">
                <a:solidFill>
                  <a:schemeClr val="dk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rPr>
              <a:t>جمع‌بندی و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900" dirty="0">
                <a:solidFill>
                  <a:schemeClr val="dk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rPr>
              <a:t>پیشنهادات</a:t>
            </a:r>
          </a:p>
        </p:txBody>
      </p:sp>
      <p:sp>
        <p:nvSpPr>
          <p:cNvPr id="190" name="Google Shape;616;p39">
            <a:extLst>
              <a:ext uri="{FF2B5EF4-FFF2-40B4-BE49-F238E27FC236}">
                <a16:creationId xmlns:a16="http://schemas.microsoft.com/office/drawing/2014/main" id="{F6A7202D-3D79-4933-90E6-90207491F687}"/>
              </a:ext>
            </a:extLst>
          </p:cNvPr>
          <p:cNvSpPr txBox="1"/>
          <p:nvPr/>
        </p:nvSpPr>
        <p:spPr>
          <a:xfrm>
            <a:off x="6757091" y="2903363"/>
            <a:ext cx="727517" cy="194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900" dirty="0">
                <a:solidFill>
                  <a:schemeClr val="dk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rPr>
              <a:t>نتایج</a:t>
            </a:r>
            <a:endParaRPr sz="900" dirty="0">
              <a:solidFill>
                <a:schemeClr val="dk1"/>
              </a:solidFill>
              <a:latin typeface="Vazir" panose="020B0603030804020204" pitchFamily="34" charset="-78"/>
              <a:ea typeface="Catamaran"/>
              <a:cs typeface="Vazir" panose="020B0603030804020204" pitchFamily="34" charset="-78"/>
              <a:sym typeface="Catamaran"/>
            </a:endParaRPr>
          </a:p>
        </p:txBody>
      </p:sp>
      <p:sp>
        <p:nvSpPr>
          <p:cNvPr id="191" name="Google Shape;616;p39">
            <a:extLst>
              <a:ext uri="{FF2B5EF4-FFF2-40B4-BE49-F238E27FC236}">
                <a16:creationId xmlns:a16="http://schemas.microsoft.com/office/drawing/2014/main" id="{5772928D-7B6B-4F34-99FE-3F6CF6BE10FB}"/>
              </a:ext>
            </a:extLst>
          </p:cNvPr>
          <p:cNvSpPr txBox="1"/>
          <p:nvPr/>
        </p:nvSpPr>
        <p:spPr>
          <a:xfrm>
            <a:off x="6803098" y="4427975"/>
            <a:ext cx="727517" cy="194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900" dirty="0">
                <a:solidFill>
                  <a:schemeClr val="dk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rPr>
              <a:t>پاسخگویی به سؤالات</a:t>
            </a:r>
            <a:endParaRPr sz="900" dirty="0">
              <a:solidFill>
                <a:schemeClr val="dk1"/>
              </a:solidFill>
              <a:latin typeface="Vazir" panose="020B0603030804020204" pitchFamily="34" charset="-78"/>
              <a:ea typeface="Catamaran"/>
              <a:cs typeface="Vazir" panose="020B0603030804020204" pitchFamily="34" charset="-78"/>
              <a:sym typeface="Catamaran"/>
            </a:endParaRPr>
          </a:p>
        </p:txBody>
      </p:sp>
      <p:sp>
        <p:nvSpPr>
          <p:cNvPr id="192" name="Google Shape;120;p7">
            <a:extLst>
              <a:ext uri="{FF2B5EF4-FFF2-40B4-BE49-F238E27FC236}">
                <a16:creationId xmlns:a16="http://schemas.microsoft.com/office/drawing/2014/main" id="{4A7A9DB2-86BD-43FB-B38F-A71CB541AAC1}"/>
              </a:ext>
            </a:extLst>
          </p:cNvPr>
          <p:cNvSpPr txBox="1">
            <a:spLocks/>
          </p:cNvSpPr>
          <p:nvPr/>
        </p:nvSpPr>
        <p:spPr>
          <a:xfrm>
            <a:off x="114716" y="656300"/>
            <a:ext cx="1199437" cy="39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3970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00" b="0" i="0" u="none" strike="noStrike" cap="none">
                <a:solidFill>
                  <a:schemeClr val="tx1">
                    <a:lumMod val="90000"/>
                    <a:lumOff val="10000"/>
                  </a:schemeClr>
                </a:solidFill>
                <a:latin typeface="Vazir" panose="020B0603030804020204" pitchFamily="34" charset="-78"/>
                <a:ea typeface="Arial"/>
                <a:cs typeface="Vazir" panose="020B0603030804020204" pitchFamily="34" charset="-78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⬡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⬡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a-IR" dirty="0"/>
              <a:t>دانشگاه اصفهان</a:t>
            </a:r>
          </a:p>
          <a:p>
            <a:r>
              <a:rPr lang="fa-IR" dirty="0"/>
              <a:t>دانشکده مهندسی کامپیوتر</a:t>
            </a:r>
          </a:p>
          <a:p>
            <a:r>
              <a:rPr lang="fa-IR" dirty="0"/>
              <a:t>گروه مهندسی فناوری اطلاعات</a:t>
            </a:r>
          </a:p>
        </p:txBody>
      </p:sp>
      <p:sp>
        <p:nvSpPr>
          <p:cNvPr id="193" name="Google Shape;239;p17">
            <a:extLst>
              <a:ext uri="{FF2B5EF4-FFF2-40B4-BE49-F238E27FC236}">
                <a16:creationId xmlns:a16="http://schemas.microsoft.com/office/drawing/2014/main" id="{433169B9-33CE-4384-97B2-534E57CAFC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4533" y="366505"/>
            <a:ext cx="6010500" cy="39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algn="r" rtl="1"/>
            <a:r>
              <a:rPr lang="fa-IR" sz="2400" dirty="0">
                <a:latin typeface="Vazir" panose="020B0603030804020204" pitchFamily="34" charset="-78"/>
                <a:cs typeface="Vazir" panose="020B0603030804020204" pitchFamily="34" charset="-78"/>
              </a:rPr>
              <a:t>الگوریتم </a:t>
            </a:r>
            <a:r>
              <a:rPr lang="en-US" sz="2400" dirty="0" err="1">
                <a:latin typeface="Vazir" panose="020B0603030804020204" pitchFamily="34" charset="-78"/>
                <a:cs typeface="Vazir" panose="020B0603030804020204" pitchFamily="34" charset="-78"/>
              </a:rPr>
              <a:t>ElasticNet</a:t>
            </a:r>
            <a:endParaRPr lang="fa-IR" sz="2400" dirty="0">
              <a:latin typeface="Vazir" panose="020B0603030804020204" pitchFamily="34" charset="-78"/>
              <a:cs typeface="Vazir" panose="020B0603030804020204" pitchFamily="34" charset="-78"/>
            </a:endParaRPr>
          </a:p>
        </p:txBody>
      </p:sp>
      <p:sp>
        <p:nvSpPr>
          <p:cNvPr id="217" name="Google Shape;125;p8">
            <a:extLst>
              <a:ext uri="{FF2B5EF4-FFF2-40B4-BE49-F238E27FC236}">
                <a16:creationId xmlns:a16="http://schemas.microsoft.com/office/drawing/2014/main" id="{1C9D5385-CA31-4C5C-BA9E-4B4243D6E0D2}"/>
              </a:ext>
            </a:extLst>
          </p:cNvPr>
          <p:cNvSpPr/>
          <p:nvPr/>
        </p:nvSpPr>
        <p:spPr>
          <a:xfrm>
            <a:off x="8574184" y="4822960"/>
            <a:ext cx="525386" cy="271414"/>
          </a:xfrm>
          <a:custGeom>
            <a:avLst/>
            <a:gdLst/>
            <a:ahLst/>
            <a:cxnLst/>
            <a:rect l="l" t="t" r="r" b="b"/>
            <a:pathLst>
              <a:path w="21598" h="21315" extrusionOk="0">
                <a:moveTo>
                  <a:pt x="21599" y="14389"/>
                </a:moveTo>
                <a:lnTo>
                  <a:pt x="21599" y="6924"/>
                </a:lnTo>
                <a:cubicBezTo>
                  <a:pt x="21599" y="5784"/>
                  <a:pt x="20918" y="4730"/>
                  <a:pt x="19814" y="4161"/>
                </a:cubicBezTo>
                <a:lnTo>
                  <a:pt x="12583" y="428"/>
                </a:lnTo>
                <a:cubicBezTo>
                  <a:pt x="11478" y="-142"/>
                  <a:pt x="10118" y="-142"/>
                  <a:pt x="9013" y="428"/>
                </a:cubicBezTo>
                <a:lnTo>
                  <a:pt x="1783" y="4161"/>
                </a:lnTo>
                <a:cubicBezTo>
                  <a:pt x="679" y="4731"/>
                  <a:pt x="0" y="5784"/>
                  <a:pt x="0" y="6924"/>
                </a:cubicBezTo>
                <a:lnTo>
                  <a:pt x="0" y="14392"/>
                </a:lnTo>
                <a:cubicBezTo>
                  <a:pt x="1" y="15532"/>
                  <a:pt x="681" y="16585"/>
                  <a:pt x="1785" y="17155"/>
                </a:cubicBezTo>
                <a:lnTo>
                  <a:pt x="9016" y="20888"/>
                </a:lnTo>
                <a:cubicBezTo>
                  <a:pt x="10120" y="21458"/>
                  <a:pt x="11481" y="21458"/>
                  <a:pt x="12585" y="20888"/>
                </a:cubicBezTo>
                <a:lnTo>
                  <a:pt x="19816" y="17155"/>
                </a:lnTo>
                <a:cubicBezTo>
                  <a:pt x="20920" y="16584"/>
                  <a:pt x="21600" y="15530"/>
                  <a:pt x="21599" y="14389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fa-IR" sz="1000" i="0" u="none" strike="noStrike" cap="none" dirty="0">
                <a:solidFill>
                  <a:schemeClr val="bg1"/>
                </a:solidFill>
                <a:latin typeface="Vazir FD-WOL" panose="020B0603030804020204" pitchFamily="34" charset="-78"/>
                <a:cs typeface="Vazir FD-WOL" panose="020B0603030804020204" pitchFamily="34" charset="-78"/>
              </a:rPr>
              <a:t>13</a:t>
            </a:r>
            <a:r>
              <a:rPr lang="fa-IR" sz="1000" i="0" u="none" strike="noStrike" cap="none" dirty="0">
                <a:solidFill>
                  <a:schemeClr val="bg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از </a:t>
            </a:r>
            <a:r>
              <a:rPr lang="fa-IR" sz="1000" i="0" u="none" strike="noStrike" cap="none" dirty="0">
                <a:solidFill>
                  <a:schemeClr val="bg1"/>
                </a:solidFill>
                <a:latin typeface="Vazir FD-WOL" panose="020B0603030804020204" pitchFamily="34" charset="-78"/>
                <a:cs typeface="Vazir FD-WOL" panose="020B0603030804020204" pitchFamily="34" charset="-78"/>
              </a:rPr>
              <a:t>19</a:t>
            </a:r>
            <a:endParaRPr sz="1000" i="0" u="none" strike="noStrike" cap="none" dirty="0">
              <a:solidFill>
                <a:schemeClr val="bg1"/>
              </a:solidFill>
              <a:latin typeface="Vazir FD-WOL" panose="020B0603030804020204" pitchFamily="34" charset="-78"/>
              <a:cs typeface="Vazir FD-WOL" panose="020B0603030804020204" pitchFamily="34" charset="-78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33C5A2-9415-4DBF-8D81-0229731D79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0706" y="1136585"/>
            <a:ext cx="5060211" cy="314337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29171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92EB0CC-A94B-419A-A4FA-3D53B5B5D1DD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ar-BH" dirty="0">
                <a:latin typeface="Vazir" panose="020B0603030804020204" pitchFamily="34" charset="-78"/>
                <a:cs typeface="Vazir" panose="020B0603030804020204" pitchFamily="34" charset="-78"/>
              </a:rPr>
              <a:t>سحر سرکار - تحلیل ویژگی‌های رادیومیکس برای تشخیص عفونت در ریه - شهریور </a:t>
            </a:r>
            <a:r>
              <a:rPr lang="ar-BH" dirty="0">
                <a:latin typeface="Vazir FD-WOL" panose="020B0603030804020204" pitchFamily="34" charset="-78"/>
                <a:cs typeface="Vazir FD-WOL" panose="020B0603030804020204" pitchFamily="34" charset="-78"/>
              </a:rPr>
              <a:t>1400</a:t>
            </a:r>
            <a:endParaRPr lang="en-US" dirty="0">
              <a:latin typeface="Vazir FD-WOL" panose="020B0603030804020204" pitchFamily="34" charset="-78"/>
              <a:cs typeface="Vazir FD-WOL" panose="020B0603030804020204" pitchFamily="34" charset="-78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5A031A7-13FD-47CE-A02B-DE9AC34C57FE}"/>
              </a:ext>
            </a:extLst>
          </p:cNvPr>
          <p:cNvGrpSpPr/>
          <p:nvPr/>
        </p:nvGrpSpPr>
        <p:grpSpPr>
          <a:xfrm rot="16200000">
            <a:off x="4892224" y="1966620"/>
            <a:ext cx="6152709" cy="886850"/>
            <a:chOff x="0" y="2536120"/>
            <a:chExt cx="9144000" cy="1011043"/>
          </a:xfrm>
        </p:grpSpPr>
        <p:sp>
          <p:nvSpPr>
            <p:cNvPr id="58" name="Google Shape;594;p39">
              <a:extLst>
                <a:ext uri="{FF2B5EF4-FFF2-40B4-BE49-F238E27FC236}">
                  <a16:creationId xmlns:a16="http://schemas.microsoft.com/office/drawing/2014/main" id="{50921073-1AD5-4BF4-B917-0BD453041470}"/>
                </a:ext>
              </a:extLst>
            </p:cNvPr>
            <p:cNvSpPr/>
            <p:nvPr/>
          </p:nvSpPr>
          <p:spPr>
            <a:xfrm>
              <a:off x="0" y="2536120"/>
              <a:ext cx="9144000" cy="1011043"/>
            </a:xfrm>
            <a:custGeom>
              <a:avLst/>
              <a:gdLst/>
              <a:ahLst/>
              <a:cxnLst/>
              <a:rect l="l" t="t" r="r" b="b"/>
              <a:pathLst>
                <a:path w="12192000" h="1348058" extrusionOk="0">
                  <a:moveTo>
                    <a:pt x="12192000" y="0"/>
                  </a:moveTo>
                  <a:lnTo>
                    <a:pt x="10837333" y="0"/>
                  </a:lnTo>
                  <a:cubicBezTo>
                    <a:pt x="10463295" y="0"/>
                    <a:pt x="10160000" y="301773"/>
                    <a:pt x="10160000" y="674029"/>
                  </a:cubicBezTo>
                  <a:lnTo>
                    <a:pt x="10160000" y="674029"/>
                  </a:lnTo>
                  <a:cubicBezTo>
                    <a:pt x="10160000" y="1046281"/>
                    <a:pt x="9856705" y="1348059"/>
                    <a:pt x="9482667" y="1348059"/>
                  </a:cubicBezTo>
                  <a:lnTo>
                    <a:pt x="9482667" y="1348059"/>
                  </a:lnTo>
                  <a:cubicBezTo>
                    <a:pt x="9108581" y="1348059"/>
                    <a:pt x="8805333" y="1046281"/>
                    <a:pt x="8805333" y="674029"/>
                  </a:cubicBezTo>
                  <a:lnTo>
                    <a:pt x="8805333" y="674029"/>
                  </a:lnTo>
                  <a:cubicBezTo>
                    <a:pt x="8805333" y="301773"/>
                    <a:pt x="8502086" y="0"/>
                    <a:pt x="8128000" y="0"/>
                  </a:cubicBezTo>
                  <a:lnTo>
                    <a:pt x="8128000" y="0"/>
                  </a:lnTo>
                  <a:cubicBezTo>
                    <a:pt x="7753915" y="0"/>
                    <a:pt x="7450667" y="301773"/>
                    <a:pt x="7450667" y="674029"/>
                  </a:cubicBezTo>
                  <a:lnTo>
                    <a:pt x="7450667" y="674029"/>
                  </a:lnTo>
                  <a:cubicBezTo>
                    <a:pt x="7450667" y="1046281"/>
                    <a:pt x="7147419" y="1348059"/>
                    <a:pt x="6773334" y="1348059"/>
                  </a:cubicBezTo>
                  <a:lnTo>
                    <a:pt x="6773334" y="1348059"/>
                  </a:lnTo>
                  <a:cubicBezTo>
                    <a:pt x="6399248" y="1348059"/>
                    <a:pt x="6096000" y="1046281"/>
                    <a:pt x="6096000" y="674029"/>
                  </a:cubicBezTo>
                  <a:lnTo>
                    <a:pt x="6096000" y="674029"/>
                  </a:lnTo>
                  <a:cubicBezTo>
                    <a:pt x="6096000" y="301773"/>
                    <a:pt x="5792753" y="0"/>
                    <a:pt x="5418667" y="0"/>
                  </a:cubicBezTo>
                  <a:lnTo>
                    <a:pt x="5418667" y="0"/>
                  </a:lnTo>
                  <a:cubicBezTo>
                    <a:pt x="5044581" y="0"/>
                    <a:pt x="4741334" y="301773"/>
                    <a:pt x="4741334" y="674029"/>
                  </a:cubicBezTo>
                  <a:lnTo>
                    <a:pt x="4741334" y="674029"/>
                  </a:lnTo>
                  <a:cubicBezTo>
                    <a:pt x="4741334" y="1046281"/>
                    <a:pt x="4438076" y="1348059"/>
                    <a:pt x="4064000" y="1348059"/>
                  </a:cubicBezTo>
                  <a:lnTo>
                    <a:pt x="4064000" y="1348059"/>
                  </a:lnTo>
                  <a:cubicBezTo>
                    <a:pt x="3689924" y="1348059"/>
                    <a:pt x="3386667" y="1046281"/>
                    <a:pt x="3386667" y="674029"/>
                  </a:cubicBezTo>
                  <a:lnTo>
                    <a:pt x="3386667" y="674029"/>
                  </a:lnTo>
                  <a:cubicBezTo>
                    <a:pt x="3386667" y="301773"/>
                    <a:pt x="3083410" y="0"/>
                    <a:pt x="2709333" y="0"/>
                  </a:cubicBezTo>
                  <a:lnTo>
                    <a:pt x="2709333" y="0"/>
                  </a:lnTo>
                  <a:cubicBezTo>
                    <a:pt x="2335257" y="0"/>
                    <a:pt x="2032000" y="301773"/>
                    <a:pt x="2032000" y="674029"/>
                  </a:cubicBezTo>
                  <a:lnTo>
                    <a:pt x="2032000" y="674029"/>
                  </a:lnTo>
                  <a:cubicBezTo>
                    <a:pt x="2032000" y="1046281"/>
                    <a:pt x="1728743" y="1348059"/>
                    <a:pt x="1354667" y="1348059"/>
                  </a:cubicBezTo>
                  <a:lnTo>
                    <a:pt x="0" y="1348059"/>
                  </a:lnTo>
                </a:path>
              </a:pathLst>
            </a:custGeom>
            <a:noFill/>
            <a:ln w="228600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Vazir" panose="020B0603030804020204" pitchFamily="34" charset="-78"/>
                <a:ea typeface="Calibri"/>
                <a:cs typeface="Vazir" panose="020B0603030804020204" pitchFamily="34" charset="-78"/>
                <a:sym typeface="Calibri"/>
              </a:endParaRPr>
            </a:p>
          </p:txBody>
        </p:sp>
        <p:sp>
          <p:nvSpPr>
            <p:cNvPr id="59" name="Google Shape;595;p39">
              <a:extLst>
                <a:ext uri="{FF2B5EF4-FFF2-40B4-BE49-F238E27FC236}">
                  <a16:creationId xmlns:a16="http://schemas.microsoft.com/office/drawing/2014/main" id="{80BD9715-5D54-48BA-8232-EBD61376B29C}"/>
                </a:ext>
              </a:extLst>
            </p:cNvPr>
            <p:cNvSpPr/>
            <p:nvPr/>
          </p:nvSpPr>
          <p:spPr>
            <a:xfrm>
              <a:off x="0" y="2536120"/>
              <a:ext cx="9144000" cy="1011043"/>
            </a:xfrm>
            <a:custGeom>
              <a:avLst/>
              <a:gdLst/>
              <a:ahLst/>
              <a:cxnLst/>
              <a:rect l="l" t="t" r="r" b="b"/>
              <a:pathLst>
                <a:path w="12192000" h="1348058" extrusionOk="0">
                  <a:moveTo>
                    <a:pt x="12192000" y="0"/>
                  </a:moveTo>
                  <a:lnTo>
                    <a:pt x="10837333" y="0"/>
                  </a:lnTo>
                  <a:cubicBezTo>
                    <a:pt x="10463295" y="0"/>
                    <a:pt x="10160000" y="301773"/>
                    <a:pt x="10160000" y="674029"/>
                  </a:cubicBezTo>
                  <a:lnTo>
                    <a:pt x="10160000" y="674029"/>
                  </a:lnTo>
                  <a:cubicBezTo>
                    <a:pt x="10160000" y="1046281"/>
                    <a:pt x="9856705" y="1348059"/>
                    <a:pt x="9482667" y="1348059"/>
                  </a:cubicBezTo>
                  <a:lnTo>
                    <a:pt x="9482667" y="1348059"/>
                  </a:lnTo>
                  <a:cubicBezTo>
                    <a:pt x="9108581" y="1348059"/>
                    <a:pt x="8805333" y="1046281"/>
                    <a:pt x="8805333" y="674029"/>
                  </a:cubicBezTo>
                  <a:lnTo>
                    <a:pt x="8805333" y="674029"/>
                  </a:lnTo>
                  <a:cubicBezTo>
                    <a:pt x="8805333" y="301773"/>
                    <a:pt x="8502086" y="0"/>
                    <a:pt x="8128000" y="0"/>
                  </a:cubicBezTo>
                  <a:lnTo>
                    <a:pt x="8128000" y="0"/>
                  </a:lnTo>
                  <a:cubicBezTo>
                    <a:pt x="7753915" y="0"/>
                    <a:pt x="7450667" y="301773"/>
                    <a:pt x="7450667" y="674029"/>
                  </a:cubicBezTo>
                  <a:lnTo>
                    <a:pt x="7450667" y="674029"/>
                  </a:lnTo>
                  <a:cubicBezTo>
                    <a:pt x="7450667" y="1046281"/>
                    <a:pt x="7147419" y="1348059"/>
                    <a:pt x="6773334" y="1348059"/>
                  </a:cubicBezTo>
                  <a:lnTo>
                    <a:pt x="6773334" y="1348059"/>
                  </a:lnTo>
                  <a:cubicBezTo>
                    <a:pt x="6399248" y="1348059"/>
                    <a:pt x="6096000" y="1046281"/>
                    <a:pt x="6096000" y="674029"/>
                  </a:cubicBezTo>
                  <a:lnTo>
                    <a:pt x="6096000" y="674029"/>
                  </a:lnTo>
                  <a:cubicBezTo>
                    <a:pt x="6096000" y="301773"/>
                    <a:pt x="5792753" y="0"/>
                    <a:pt x="5418667" y="0"/>
                  </a:cubicBezTo>
                  <a:lnTo>
                    <a:pt x="5418667" y="0"/>
                  </a:lnTo>
                  <a:cubicBezTo>
                    <a:pt x="5044581" y="0"/>
                    <a:pt x="4741334" y="301773"/>
                    <a:pt x="4741334" y="674029"/>
                  </a:cubicBezTo>
                  <a:lnTo>
                    <a:pt x="4741334" y="674029"/>
                  </a:lnTo>
                  <a:cubicBezTo>
                    <a:pt x="4741334" y="1046281"/>
                    <a:pt x="4438076" y="1348059"/>
                    <a:pt x="4064000" y="1348059"/>
                  </a:cubicBezTo>
                  <a:lnTo>
                    <a:pt x="4064000" y="1348059"/>
                  </a:lnTo>
                  <a:cubicBezTo>
                    <a:pt x="3689924" y="1348059"/>
                    <a:pt x="3386667" y="1046281"/>
                    <a:pt x="3386667" y="674029"/>
                  </a:cubicBezTo>
                  <a:lnTo>
                    <a:pt x="3386667" y="674029"/>
                  </a:lnTo>
                  <a:cubicBezTo>
                    <a:pt x="3386667" y="301773"/>
                    <a:pt x="3083410" y="0"/>
                    <a:pt x="2709333" y="0"/>
                  </a:cubicBezTo>
                  <a:lnTo>
                    <a:pt x="2709333" y="0"/>
                  </a:lnTo>
                  <a:cubicBezTo>
                    <a:pt x="2335257" y="0"/>
                    <a:pt x="2032000" y="301773"/>
                    <a:pt x="2032000" y="674029"/>
                  </a:cubicBezTo>
                  <a:lnTo>
                    <a:pt x="2032000" y="674029"/>
                  </a:lnTo>
                  <a:cubicBezTo>
                    <a:pt x="2032000" y="1046281"/>
                    <a:pt x="1728743" y="1348059"/>
                    <a:pt x="1354667" y="1348059"/>
                  </a:cubicBezTo>
                  <a:lnTo>
                    <a:pt x="0" y="1348059"/>
                  </a:lnTo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dash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Vazir" panose="020B0603030804020204" pitchFamily="34" charset="-78"/>
                <a:ea typeface="Calibri"/>
                <a:cs typeface="Vazir" panose="020B0603030804020204" pitchFamily="34" charset="-78"/>
                <a:sym typeface="Calibri"/>
              </a:endParaRPr>
            </a:p>
          </p:txBody>
        </p:sp>
      </p:grpSp>
      <p:sp>
        <p:nvSpPr>
          <p:cNvPr id="122" name="Google Shape;616;p39">
            <a:extLst>
              <a:ext uri="{FF2B5EF4-FFF2-40B4-BE49-F238E27FC236}">
                <a16:creationId xmlns:a16="http://schemas.microsoft.com/office/drawing/2014/main" id="{F29FF600-2F87-4B4C-95EA-EF55460CBCEA}"/>
              </a:ext>
            </a:extLst>
          </p:cNvPr>
          <p:cNvSpPr txBox="1"/>
          <p:nvPr/>
        </p:nvSpPr>
        <p:spPr>
          <a:xfrm>
            <a:off x="8372054" y="2255511"/>
            <a:ext cx="727517" cy="194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900" dirty="0">
                <a:solidFill>
                  <a:schemeClr val="dk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rPr>
              <a:t>روش پیشنهادی</a:t>
            </a:r>
            <a:endParaRPr sz="900" dirty="0">
              <a:solidFill>
                <a:schemeClr val="dk1"/>
              </a:solidFill>
              <a:latin typeface="Vazir" panose="020B0603030804020204" pitchFamily="34" charset="-78"/>
              <a:ea typeface="Catamaran"/>
              <a:cs typeface="Vazir" panose="020B0603030804020204" pitchFamily="34" charset="-78"/>
              <a:sym typeface="Catamaran"/>
            </a:endParaRPr>
          </a:p>
        </p:txBody>
      </p: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A2931612-A263-42C4-9F74-FD8FD8FE4783}"/>
              </a:ext>
            </a:extLst>
          </p:cNvPr>
          <p:cNvGrpSpPr/>
          <p:nvPr/>
        </p:nvGrpSpPr>
        <p:grpSpPr>
          <a:xfrm>
            <a:off x="6958941" y="1229022"/>
            <a:ext cx="334744" cy="334744"/>
            <a:chOff x="5858533" y="3371391"/>
            <a:chExt cx="334744" cy="334744"/>
          </a:xfrm>
        </p:grpSpPr>
        <p:sp>
          <p:nvSpPr>
            <p:cNvPr id="161" name="Google Shape;606;p39">
              <a:extLst>
                <a:ext uri="{FF2B5EF4-FFF2-40B4-BE49-F238E27FC236}">
                  <a16:creationId xmlns:a16="http://schemas.microsoft.com/office/drawing/2014/main" id="{9A8714E9-F157-4C6C-8C36-CF5D87D403B3}"/>
                </a:ext>
              </a:extLst>
            </p:cNvPr>
            <p:cNvSpPr/>
            <p:nvPr/>
          </p:nvSpPr>
          <p:spPr>
            <a:xfrm rot="2637262">
              <a:off x="5858533" y="3371391"/>
              <a:ext cx="334744" cy="334744"/>
            </a:xfrm>
            <a:prstGeom prst="teardrop">
              <a:avLst>
                <a:gd name="adj" fmla="val 95976"/>
              </a:avLst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  <p:sp>
          <p:nvSpPr>
            <p:cNvPr id="162" name="Google Shape;607;p39">
              <a:extLst>
                <a:ext uri="{FF2B5EF4-FFF2-40B4-BE49-F238E27FC236}">
                  <a16:creationId xmlns:a16="http://schemas.microsoft.com/office/drawing/2014/main" id="{7BBF0579-51AE-48EA-A3E0-5FBFDD196F32}"/>
                </a:ext>
              </a:extLst>
            </p:cNvPr>
            <p:cNvSpPr/>
            <p:nvPr/>
          </p:nvSpPr>
          <p:spPr>
            <a:xfrm flipH="1">
              <a:off x="5958855" y="3478265"/>
              <a:ext cx="134100" cy="13409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a-IR" sz="800" dirty="0">
                  <a:solidFill>
                    <a:schemeClr val="dk1"/>
                  </a:solidFill>
                  <a:latin typeface="Vazir FD-WOL" panose="020B0603030804020204" pitchFamily="34" charset="-78"/>
                  <a:ea typeface="Catamaran"/>
                  <a:cs typeface="Vazir FD-WOL" panose="020B0603030804020204" pitchFamily="34" charset="-78"/>
                  <a:sym typeface="Catamaran"/>
                </a:rPr>
                <a:t>2</a:t>
              </a:r>
              <a:endParaRPr sz="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F607B433-AF5E-4FE8-A066-3EDBF6E125E8}"/>
              </a:ext>
            </a:extLst>
          </p:cNvPr>
          <p:cNvGrpSpPr/>
          <p:nvPr/>
        </p:nvGrpSpPr>
        <p:grpSpPr>
          <a:xfrm>
            <a:off x="8616854" y="1901496"/>
            <a:ext cx="334744" cy="334744"/>
            <a:chOff x="5858533" y="3371391"/>
            <a:chExt cx="334744" cy="334744"/>
          </a:xfrm>
        </p:grpSpPr>
        <p:sp>
          <p:nvSpPr>
            <p:cNvPr id="170" name="Google Shape;606;p39">
              <a:extLst>
                <a:ext uri="{FF2B5EF4-FFF2-40B4-BE49-F238E27FC236}">
                  <a16:creationId xmlns:a16="http://schemas.microsoft.com/office/drawing/2014/main" id="{D23848B0-940E-4BA6-9198-E37E59821155}"/>
                </a:ext>
              </a:extLst>
            </p:cNvPr>
            <p:cNvSpPr/>
            <p:nvPr/>
          </p:nvSpPr>
          <p:spPr>
            <a:xfrm rot="13248051">
              <a:off x="5858533" y="3371391"/>
              <a:ext cx="334744" cy="334744"/>
            </a:xfrm>
            <a:prstGeom prst="teardrop">
              <a:avLst>
                <a:gd name="adj" fmla="val 95976"/>
              </a:avLst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  <p:sp>
          <p:nvSpPr>
            <p:cNvPr id="171" name="Google Shape;607;p39">
              <a:extLst>
                <a:ext uri="{FF2B5EF4-FFF2-40B4-BE49-F238E27FC236}">
                  <a16:creationId xmlns:a16="http://schemas.microsoft.com/office/drawing/2014/main" id="{3161D906-0AB7-4435-B6E0-65FA3088814F}"/>
                </a:ext>
              </a:extLst>
            </p:cNvPr>
            <p:cNvSpPr/>
            <p:nvPr/>
          </p:nvSpPr>
          <p:spPr>
            <a:xfrm flipH="1">
              <a:off x="5958855" y="3478265"/>
              <a:ext cx="134100" cy="13409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a-IR" sz="800" dirty="0">
                  <a:solidFill>
                    <a:schemeClr val="dk1"/>
                  </a:solidFill>
                  <a:latin typeface="Vazir FD-WOL" panose="020B0603030804020204" pitchFamily="34" charset="-78"/>
                  <a:ea typeface="Catamaran"/>
                  <a:cs typeface="Vazir FD-WOL" panose="020B0603030804020204" pitchFamily="34" charset="-78"/>
                  <a:sym typeface="Catamaran"/>
                </a:rPr>
                <a:t>3</a:t>
              </a:r>
              <a:endParaRPr sz="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</p:grp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85FB2DA9-9820-4E5E-A3C0-913754982C04}"/>
              </a:ext>
            </a:extLst>
          </p:cNvPr>
          <p:cNvGrpSpPr/>
          <p:nvPr/>
        </p:nvGrpSpPr>
        <p:grpSpPr>
          <a:xfrm>
            <a:off x="8619860" y="488928"/>
            <a:ext cx="334744" cy="334744"/>
            <a:chOff x="5858533" y="3371391"/>
            <a:chExt cx="334744" cy="334744"/>
          </a:xfrm>
        </p:grpSpPr>
        <p:sp>
          <p:nvSpPr>
            <p:cNvPr id="176" name="Google Shape;606;p39">
              <a:extLst>
                <a:ext uri="{FF2B5EF4-FFF2-40B4-BE49-F238E27FC236}">
                  <a16:creationId xmlns:a16="http://schemas.microsoft.com/office/drawing/2014/main" id="{BFA6331C-330F-4A0C-8BEC-20A79F762588}"/>
                </a:ext>
              </a:extLst>
            </p:cNvPr>
            <p:cNvSpPr/>
            <p:nvPr/>
          </p:nvSpPr>
          <p:spPr>
            <a:xfrm rot="13248051">
              <a:off x="5858533" y="3371391"/>
              <a:ext cx="334744" cy="334744"/>
            </a:xfrm>
            <a:prstGeom prst="teardrop">
              <a:avLst>
                <a:gd name="adj" fmla="val 95976"/>
              </a:avLst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  <p:sp>
          <p:nvSpPr>
            <p:cNvPr id="177" name="Google Shape;607;p39">
              <a:extLst>
                <a:ext uri="{FF2B5EF4-FFF2-40B4-BE49-F238E27FC236}">
                  <a16:creationId xmlns:a16="http://schemas.microsoft.com/office/drawing/2014/main" id="{9F67978A-2AB8-458F-BBAE-796DDE89B0BF}"/>
                </a:ext>
              </a:extLst>
            </p:cNvPr>
            <p:cNvSpPr/>
            <p:nvPr/>
          </p:nvSpPr>
          <p:spPr>
            <a:xfrm flipH="1">
              <a:off x="5958855" y="3478265"/>
              <a:ext cx="134100" cy="13409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a-IR" sz="800" dirty="0">
                  <a:solidFill>
                    <a:schemeClr val="dk1"/>
                  </a:solidFill>
                  <a:latin typeface="Vazir FD-WOL" panose="020B0603030804020204" pitchFamily="34" charset="-78"/>
                  <a:ea typeface="Catamaran"/>
                  <a:cs typeface="Vazir FD-WOL" panose="020B0603030804020204" pitchFamily="34" charset="-78"/>
                  <a:sym typeface="Catamaran"/>
                </a:rPr>
                <a:t>1</a:t>
              </a:r>
              <a:endParaRPr sz="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</p:grp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705762E8-5DA5-46C0-B527-8EB0E2381A3A}"/>
              </a:ext>
            </a:extLst>
          </p:cNvPr>
          <p:cNvGrpSpPr/>
          <p:nvPr/>
        </p:nvGrpSpPr>
        <p:grpSpPr>
          <a:xfrm>
            <a:off x="8613156" y="3244845"/>
            <a:ext cx="334744" cy="334744"/>
            <a:chOff x="5858533" y="3371391"/>
            <a:chExt cx="334744" cy="334744"/>
          </a:xfrm>
        </p:grpSpPr>
        <p:sp>
          <p:nvSpPr>
            <p:cNvPr id="179" name="Google Shape;606;p39">
              <a:extLst>
                <a:ext uri="{FF2B5EF4-FFF2-40B4-BE49-F238E27FC236}">
                  <a16:creationId xmlns:a16="http://schemas.microsoft.com/office/drawing/2014/main" id="{1C268A1C-94D1-45A0-8AAB-024E02FECA32}"/>
                </a:ext>
              </a:extLst>
            </p:cNvPr>
            <p:cNvSpPr/>
            <p:nvPr/>
          </p:nvSpPr>
          <p:spPr>
            <a:xfrm rot="13248051">
              <a:off x="5858533" y="3371391"/>
              <a:ext cx="334744" cy="334744"/>
            </a:xfrm>
            <a:prstGeom prst="teardrop">
              <a:avLst>
                <a:gd name="adj" fmla="val 95976"/>
              </a:avLst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  <p:sp>
          <p:nvSpPr>
            <p:cNvPr id="180" name="Google Shape;607;p39">
              <a:extLst>
                <a:ext uri="{FF2B5EF4-FFF2-40B4-BE49-F238E27FC236}">
                  <a16:creationId xmlns:a16="http://schemas.microsoft.com/office/drawing/2014/main" id="{40FDC796-3573-41A2-8118-388C2B9B2C51}"/>
                </a:ext>
              </a:extLst>
            </p:cNvPr>
            <p:cNvSpPr/>
            <p:nvPr/>
          </p:nvSpPr>
          <p:spPr>
            <a:xfrm flipH="1">
              <a:off x="5958855" y="3478265"/>
              <a:ext cx="134100" cy="13409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a-IR" sz="800" dirty="0">
                  <a:solidFill>
                    <a:schemeClr val="dk1"/>
                  </a:solidFill>
                  <a:latin typeface="Vazir FD-WOL" panose="020B0603030804020204" pitchFamily="34" charset="-78"/>
                  <a:ea typeface="Catamaran"/>
                  <a:cs typeface="Vazir FD-WOL" panose="020B0603030804020204" pitchFamily="34" charset="-78"/>
                  <a:sym typeface="Catamaran"/>
                </a:rPr>
                <a:t>5</a:t>
              </a:r>
              <a:endParaRPr sz="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</p:grpSp>
      <p:grpSp>
        <p:nvGrpSpPr>
          <p:cNvPr id="181" name="Group 180">
            <a:extLst>
              <a:ext uri="{FF2B5EF4-FFF2-40B4-BE49-F238E27FC236}">
                <a16:creationId xmlns:a16="http://schemas.microsoft.com/office/drawing/2014/main" id="{380C664D-E262-42DF-9AF4-C6DA7AD3878D}"/>
              </a:ext>
            </a:extLst>
          </p:cNvPr>
          <p:cNvGrpSpPr/>
          <p:nvPr/>
        </p:nvGrpSpPr>
        <p:grpSpPr>
          <a:xfrm>
            <a:off x="6958941" y="2571750"/>
            <a:ext cx="334744" cy="334744"/>
            <a:chOff x="5858533" y="3371391"/>
            <a:chExt cx="334744" cy="334744"/>
          </a:xfrm>
        </p:grpSpPr>
        <p:sp>
          <p:nvSpPr>
            <p:cNvPr id="182" name="Google Shape;606;p39">
              <a:extLst>
                <a:ext uri="{FF2B5EF4-FFF2-40B4-BE49-F238E27FC236}">
                  <a16:creationId xmlns:a16="http://schemas.microsoft.com/office/drawing/2014/main" id="{8D4DD1D8-DC73-417E-87FD-1AAB18F94AA8}"/>
                </a:ext>
              </a:extLst>
            </p:cNvPr>
            <p:cNvSpPr/>
            <p:nvPr/>
          </p:nvSpPr>
          <p:spPr>
            <a:xfrm rot="2637262">
              <a:off x="5858533" y="3371391"/>
              <a:ext cx="334744" cy="334744"/>
            </a:xfrm>
            <a:prstGeom prst="teardrop">
              <a:avLst>
                <a:gd name="adj" fmla="val 95976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  <p:sp>
          <p:nvSpPr>
            <p:cNvPr id="183" name="Google Shape;607;p39">
              <a:extLst>
                <a:ext uri="{FF2B5EF4-FFF2-40B4-BE49-F238E27FC236}">
                  <a16:creationId xmlns:a16="http://schemas.microsoft.com/office/drawing/2014/main" id="{39033152-8FC9-4C4E-854F-CEF81B77D2D2}"/>
                </a:ext>
              </a:extLst>
            </p:cNvPr>
            <p:cNvSpPr/>
            <p:nvPr/>
          </p:nvSpPr>
          <p:spPr>
            <a:xfrm flipH="1">
              <a:off x="5958855" y="3478265"/>
              <a:ext cx="134100" cy="13409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a-IR" sz="800" dirty="0">
                  <a:solidFill>
                    <a:schemeClr val="dk1"/>
                  </a:solidFill>
                  <a:latin typeface="Vazir FD-WOL" panose="020B0603030804020204" pitchFamily="34" charset="-78"/>
                  <a:ea typeface="Catamaran"/>
                  <a:cs typeface="Vazir FD-WOL" panose="020B0603030804020204" pitchFamily="34" charset="-78"/>
                  <a:sym typeface="Catamaran"/>
                </a:rPr>
                <a:t>4</a:t>
              </a:r>
              <a:endParaRPr sz="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</p:grp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E845D49F-CFC4-4A8D-843F-F2B2EE601941}"/>
              </a:ext>
            </a:extLst>
          </p:cNvPr>
          <p:cNvGrpSpPr/>
          <p:nvPr/>
        </p:nvGrpSpPr>
        <p:grpSpPr>
          <a:xfrm>
            <a:off x="6958941" y="3958304"/>
            <a:ext cx="334744" cy="334744"/>
            <a:chOff x="5858533" y="3371391"/>
            <a:chExt cx="334744" cy="334744"/>
          </a:xfrm>
        </p:grpSpPr>
        <p:sp>
          <p:nvSpPr>
            <p:cNvPr id="185" name="Google Shape;606;p39">
              <a:extLst>
                <a:ext uri="{FF2B5EF4-FFF2-40B4-BE49-F238E27FC236}">
                  <a16:creationId xmlns:a16="http://schemas.microsoft.com/office/drawing/2014/main" id="{E0339356-B776-4ADB-BB33-A8E458CBF95F}"/>
                </a:ext>
              </a:extLst>
            </p:cNvPr>
            <p:cNvSpPr/>
            <p:nvPr/>
          </p:nvSpPr>
          <p:spPr>
            <a:xfrm rot="2637262">
              <a:off x="5858533" y="3371391"/>
              <a:ext cx="334744" cy="334744"/>
            </a:xfrm>
            <a:prstGeom prst="teardrop">
              <a:avLst>
                <a:gd name="adj" fmla="val 95976"/>
              </a:avLst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  <p:sp>
          <p:nvSpPr>
            <p:cNvPr id="186" name="Google Shape;607;p39">
              <a:extLst>
                <a:ext uri="{FF2B5EF4-FFF2-40B4-BE49-F238E27FC236}">
                  <a16:creationId xmlns:a16="http://schemas.microsoft.com/office/drawing/2014/main" id="{2B15C32B-08E3-4776-9818-46FF5A149C67}"/>
                </a:ext>
              </a:extLst>
            </p:cNvPr>
            <p:cNvSpPr/>
            <p:nvPr/>
          </p:nvSpPr>
          <p:spPr>
            <a:xfrm flipH="1">
              <a:off x="5958855" y="3478265"/>
              <a:ext cx="134100" cy="13409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a-IR" sz="800" dirty="0">
                  <a:solidFill>
                    <a:schemeClr val="dk1"/>
                  </a:solidFill>
                  <a:latin typeface="Vazir FD-WOL" panose="020B0603030804020204" pitchFamily="34" charset="-78"/>
                  <a:ea typeface="Catamaran"/>
                  <a:cs typeface="Vazir FD-WOL" panose="020B0603030804020204" pitchFamily="34" charset="-78"/>
                  <a:sym typeface="Catamaran"/>
                </a:rPr>
                <a:t>6</a:t>
              </a:r>
              <a:endParaRPr sz="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</p:grpSp>
      <p:sp>
        <p:nvSpPr>
          <p:cNvPr id="187" name="Google Shape;616;p39">
            <a:extLst>
              <a:ext uri="{FF2B5EF4-FFF2-40B4-BE49-F238E27FC236}">
                <a16:creationId xmlns:a16="http://schemas.microsoft.com/office/drawing/2014/main" id="{C328D034-AE93-43FA-BFFB-D797D269CA48}"/>
              </a:ext>
            </a:extLst>
          </p:cNvPr>
          <p:cNvSpPr txBox="1"/>
          <p:nvPr/>
        </p:nvSpPr>
        <p:spPr>
          <a:xfrm>
            <a:off x="8418152" y="777961"/>
            <a:ext cx="623993" cy="35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900" dirty="0">
                <a:solidFill>
                  <a:schemeClr val="dk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rPr>
              <a:t>مقدمه و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900" dirty="0">
                <a:solidFill>
                  <a:schemeClr val="dk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rPr>
              <a:t>بیان مسئله</a:t>
            </a:r>
            <a:endParaRPr sz="900" dirty="0">
              <a:solidFill>
                <a:schemeClr val="dk1"/>
              </a:solidFill>
              <a:latin typeface="Vazir" panose="020B0603030804020204" pitchFamily="34" charset="-78"/>
              <a:ea typeface="Catamaran"/>
              <a:cs typeface="Vazir" panose="020B0603030804020204" pitchFamily="34" charset="-78"/>
              <a:sym typeface="Catamaran"/>
            </a:endParaRPr>
          </a:p>
        </p:txBody>
      </p:sp>
      <p:sp>
        <p:nvSpPr>
          <p:cNvPr id="188" name="Google Shape;616;p39">
            <a:extLst>
              <a:ext uri="{FF2B5EF4-FFF2-40B4-BE49-F238E27FC236}">
                <a16:creationId xmlns:a16="http://schemas.microsoft.com/office/drawing/2014/main" id="{D43DA39D-0842-40F5-8CC7-6A6E67896929}"/>
              </a:ext>
            </a:extLst>
          </p:cNvPr>
          <p:cNvSpPr txBox="1"/>
          <p:nvPr/>
        </p:nvSpPr>
        <p:spPr>
          <a:xfrm>
            <a:off x="6803098" y="1633055"/>
            <a:ext cx="635502" cy="134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900" dirty="0">
                <a:solidFill>
                  <a:schemeClr val="dk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rPr>
              <a:t>مفاهیم</a:t>
            </a:r>
            <a:endParaRPr sz="900" dirty="0">
              <a:solidFill>
                <a:schemeClr val="dk1"/>
              </a:solidFill>
              <a:latin typeface="Vazir" panose="020B0603030804020204" pitchFamily="34" charset="-78"/>
              <a:ea typeface="Catamaran"/>
              <a:cs typeface="Vazir" panose="020B0603030804020204" pitchFamily="34" charset="-78"/>
              <a:sym typeface="Catamaran"/>
            </a:endParaRPr>
          </a:p>
        </p:txBody>
      </p:sp>
      <p:sp>
        <p:nvSpPr>
          <p:cNvPr id="189" name="Google Shape;616;p39">
            <a:extLst>
              <a:ext uri="{FF2B5EF4-FFF2-40B4-BE49-F238E27FC236}">
                <a16:creationId xmlns:a16="http://schemas.microsoft.com/office/drawing/2014/main" id="{65E30DE2-FAF6-45DC-973F-655CF47BC284}"/>
              </a:ext>
            </a:extLst>
          </p:cNvPr>
          <p:cNvSpPr txBox="1"/>
          <p:nvPr/>
        </p:nvSpPr>
        <p:spPr>
          <a:xfrm>
            <a:off x="8372053" y="3698163"/>
            <a:ext cx="727517" cy="194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900" dirty="0">
                <a:solidFill>
                  <a:schemeClr val="dk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rPr>
              <a:t>جمع‌بندی و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900" dirty="0">
                <a:solidFill>
                  <a:schemeClr val="dk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rPr>
              <a:t>پیشنهادات</a:t>
            </a:r>
          </a:p>
        </p:txBody>
      </p:sp>
      <p:sp>
        <p:nvSpPr>
          <p:cNvPr id="190" name="Google Shape;616;p39">
            <a:extLst>
              <a:ext uri="{FF2B5EF4-FFF2-40B4-BE49-F238E27FC236}">
                <a16:creationId xmlns:a16="http://schemas.microsoft.com/office/drawing/2014/main" id="{F6A7202D-3D79-4933-90E6-90207491F687}"/>
              </a:ext>
            </a:extLst>
          </p:cNvPr>
          <p:cNvSpPr txBox="1"/>
          <p:nvPr/>
        </p:nvSpPr>
        <p:spPr>
          <a:xfrm>
            <a:off x="6757091" y="2903363"/>
            <a:ext cx="727517" cy="194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900" dirty="0">
                <a:solidFill>
                  <a:schemeClr val="dk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rPr>
              <a:t>نتایج</a:t>
            </a:r>
            <a:endParaRPr sz="900" dirty="0">
              <a:solidFill>
                <a:schemeClr val="dk1"/>
              </a:solidFill>
              <a:latin typeface="Vazir" panose="020B0603030804020204" pitchFamily="34" charset="-78"/>
              <a:ea typeface="Catamaran"/>
              <a:cs typeface="Vazir" panose="020B0603030804020204" pitchFamily="34" charset="-78"/>
              <a:sym typeface="Catamaran"/>
            </a:endParaRPr>
          </a:p>
        </p:txBody>
      </p:sp>
      <p:sp>
        <p:nvSpPr>
          <p:cNvPr id="191" name="Google Shape;616;p39">
            <a:extLst>
              <a:ext uri="{FF2B5EF4-FFF2-40B4-BE49-F238E27FC236}">
                <a16:creationId xmlns:a16="http://schemas.microsoft.com/office/drawing/2014/main" id="{5772928D-7B6B-4F34-99FE-3F6CF6BE10FB}"/>
              </a:ext>
            </a:extLst>
          </p:cNvPr>
          <p:cNvSpPr txBox="1"/>
          <p:nvPr/>
        </p:nvSpPr>
        <p:spPr>
          <a:xfrm>
            <a:off x="6803098" y="4427975"/>
            <a:ext cx="727517" cy="194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900" dirty="0">
                <a:solidFill>
                  <a:schemeClr val="dk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rPr>
              <a:t>پاسخگویی به سؤالات</a:t>
            </a:r>
            <a:endParaRPr sz="900" dirty="0">
              <a:solidFill>
                <a:schemeClr val="dk1"/>
              </a:solidFill>
              <a:latin typeface="Vazir" panose="020B0603030804020204" pitchFamily="34" charset="-78"/>
              <a:ea typeface="Catamaran"/>
              <a:cs typeface="Vazir" panose="020B0603030804020204" pitchFamily="34" charset="-78"/>
              <a:sym typeface="Catamaran"/>
            </a:endParaRPr>
          </a:p>
        </p:txBody>
      </p:sp>
      <p:sp>
        <p:nvSpPr>
          <p:cNvPr id="192" name="Google Shape;120;p7">
            <a:extLst>
              <a:ext uri="{FF2B5EF4-FFF2-40B4-BE49-F238E27FC236}">
                <a16:creationId xmlns:a16="http://schemas.microsoft.com/office/drawing/2014/main" id="{4A7A9DB2-86BD-43FB-B38F-A71CB541AAC1}"/>
              </a:ext>
            </a:extLst>
          </p:cNvPr>
          <p:cNvSpPr txBox="1">
            <a:spLocks/>
          </p:cNvSpPr>
          <p:nvPr/>
        </p:nvSpPr>
        <p:spPr>
          <a:xfrm>
            <a:off x="114716" y="656300"/>
            <a:ext cx="1199437" cy="39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3970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00" b="0" i="0" u="none" strike="noStrike" cap="none">
                <a:solidFill>
                  <a:schemeClr val="tx1">
                    <a:lumMod val="90000"/>
                    <a:lumOff val="10000"/>
                  </a:schemeClr>
                </a:solidFill>
                <a:latin typeface="Vazir" panose="020B0603030804020204" pitchFamily="34" charset="-78"/>
                <a:ea typeface="Arial"/>
                <a:cs typeface="Vazir" panose="020B0603030804020204" pitchFamily="34" charset="-78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⬡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⬡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a-IR" dirty="0"/>
              <a:t>دانشگاه اصفهان</a:t>
            </a:r>
          </a:p>
          <a:p>
            <a:r>
              <a:rPr lang="fa-IR" dirty="0"/>
              <a:t>دانشکده مهندسی کامپیوتر</a:t>
            </a:r>
          </a:p>
          <a:p>
            <a:r>
              <a:rPr lang="fa-IR" dirty="0"/>
              <a:t>گروه مهندسی فناوری اطلاعات</a:t>
            </a:r>
          </a:p>
        </p:txBody>
      </p:sp>
      <p:sp>
        <p:nvSpPr>
          <p:cNvPr id="193" name="Google Shape;239;p17">
            <a:extLst>
              <a:ext uri="{FF2B5EF4-FFF2-40B4-BE49-F238E27FC236}">
                <a16:creationId xmlns:a16="http://schemas.microsoft.com/office/drawing/2014/main" id="{433169B9-33CE-4384-97B2-534E57CAFC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4533" y="366505"/>
            <a:ext cx="6010500" cy="39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algn="r" rtl="1"/>
            <a:r>
              <a:rPr lang="fa-IR" sz="2400" dirty="0">
                <a:latin typeface="Vazir" panose="020B0603030804020204" pitchFamily="34" charset="-78"/>
                <a:cs typeface="Vazir" panose="020B0603030804020204" pitchFamily="34" charset="-78"/>
              </a:rPr>
              <a:t>الگوریتم </a:t>
            </a:r>
            <a:r>
              <a:rPr lang="en-US" sz="2400" dirty="0" err="1">
                <a:latin typeface="Vazir" panose="020B0603030804020204" pitchFamily="34" charset="-78"/>
                <a:cs typeface="Vazir" panose="020B0603030804020204" pitchFamily="34" charset="-78"/>
              </a:rPr>
              <a:t>XGBoost</a:t>
            </a:r>
            <a:endParaRPr lang="fa-IR" sz="2400" dirty="0">
              <a:latin typeface="Vazir" panose="020B0603030804020204" pitchFamily="34" charset="-78"/>
              <a:cs typeface="Vazir" panose="020B0603030804020204" pitchFamily="34" charset="-78"/>
            </a:endParaRPr>
          </a:p>
        </p:txBody>
      </p:sp>
      <p:sp>
        <p:nvSpPr>
          <p:cNvPr id="217" name="Google Shape;125;p8">
            <a:extLst>
              <a:ext uri="{FF2B5EF4-FFF2-40B4-BE49-F238E27FC236}">
                <a16:creationId xmlns:a16="http://schemas.microsoft.com/office/drawing/2014/main" id="{1C9D5385-CA31-4C5C-BA9E-4B4243D6E0D2}"/>
              </a:ext>
            </a:extLst>
          </p:cNvPr>
          <p:cNvSpPr/>
          <p:nvPr/>
        </p:nvSpPr>
        <p:spPr>
          <a:xfrm>
            <a:off x="8574184" y="4822960"/>
            <a:ext cx="525386" cy="271414"/>
          </a:xfrm>
          <a:custGeom>
            <a:avLst/>
            <a:gdLst/>
            <a:ahLst/>
            <a:cxnLst/>
            <a:rect l="l" t="t" r="r" b="b"/>
            <a:pathLst>
              <a:path w="21598" h="21315" extrusionOk="0">
                <a:moveTo>
                  <a:pt x="21599" y="14389"/>
                </a:moveTo>
                <a:lnTo>
                  <a:pt x="21599" y="6924"/>
                </a:lnTo>
                <a:cubicBezTo>
                  <a:pt x="21599" y="5784"/>
                  <a:pt x="20918" y="4730"/>
                  <a:pt x="19814" y="4161"/>
                </a:cubicBezTo>
                <a:lnTo>
                  <a:pt x="12583" y="428"/>
                </a:lnTo>
                <a:cubicBezTo>
                  <a:pt x="11478" y="-142"/>
                  <a:pt x="10118" y="-142"/>
                  <a:pt x="9013" y="428"/>
                </a:cubicBezTo>
                <a:lnTo>
                  <a:pt x="1783" y="4161"/>
                </a:lnTo>
                <a:cubicBezTo>
                  <a:pt x="679" y="4731"/>
                  <a:pt x="0" y="5784"/>
                  <a:pt x="0" y="6924"/>
                </a:cubicBezTo>
                <a:lnTo>
                  <a:pt x="0" y="14392"/>
                </a:lnTo>
                <a:cubicBezTo>
                  <a:pt x="1" y="15532"/>
                  <a:pt x="681" y="16585"/>
                  <a:pt x="1785" y="17155"/>
                </a:cubicBezTo>
                <a:lnTo>
                  <a:pt x="9016" y="20888"/>
                </a:lnTo>
                <a:cubicBezTo>
                  <a:pt x="10120" y="21458"/>
                  <a:pt x="11481" y="21458"/>
                  <a:pt x="12585" y="20888"/>
                </a:cubicBezTo>
                <a:lnTo>
                  <a:pt x="19816" y="17155"/>
                </a:lnTo>
                <a:cubicBezTo>
                  <a:pt x="20920" y="16584"/>
                  <a:pt x="21600" y="15530"/>
                  <a:pt x="21599" y="14389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fa-IR" sz="1000" i="0" u="none" strike="noStrike" cap="none" dirty="0">
                <a:solidFill>
                  <a:schemeClr val="bg1"/>
                </a:solidFill>
                <a:latin typeface="Vazir FD-WOL" panose="020B0603030804020204" pitchFamily="34" charset="-78"/>
                <a:cs typeface="Vazir FD-WOL" panose="020B0603030804020204" pitchFamily="34" charset="-78"/>
              </a:rPr>
              <a:t>14</a:t>
            </a:r>
            <a:r>
              <a:rPr lang="fa-IR" sz="1000" i="0" u="none" strike="noStrike" cap="none" dirty="0">
                <a:solidFill>
                  <a:schemeClr val="bg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از </a:t>
            </a:r>
            <a:r>
              <a:rPr lang="fa-IR" sz="1000" i="0" u="none" strike="noStrike" cap="none" dirty="0">
                <a:solidFill>
                  <a:schemeClr val="bg1"/>
                </a:solidFill>
                <a:latin typeface="Vazir FD-WOL" panose="020B0603030804020204" pitchFamily="34" charset="-78"/>
                <a:cs typeface="Vazir FD-WOL" panose="020B0603030804020204" pitchFamily="34" charset="-78"/>
              </a:rPr>
              <a:t>19</a:t>
            </a:r>
            <a:endParaRPr sz="1000" i="0" u="none" strike="noStrike" cap="none" dirty="0">
              <a:solidFill>
                <a:schemeClr val="bg1"/>
              </a:solidFill>
              <a:latin typeface="Vazir FD-WOL" panose="020B0603030804020204" pitchFamily="34" charset="-78"/>
              <a:cs typeface="Vazir FD-WOL" panose="020B0603030804020204" pitchFamily="34" charset="-78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926B244-2A86-45DD-A7D8-000726A79A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3619" y="1141690"/>
            <a:ext cx="5142925" cy="308401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84920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934C04B-7ACE-4489-BD9E-61106199F60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ar-BH" dirty="0">
                <a:latin typeface="Vazir" panose="020B0603030804020204" pitchFamily="34" charset="-78"/>
                <a:cs typeface="Vazir" panose="020B0603030804020204" pitchFamily="34" charset="-78"/>
              </a:rPr>
              <a:t>سحر سرکار - تحلیل ویژگی‌های رادیومیکس برای تشخیص عفونت در ریه - شهریور </a:t>
            </a:r>
            <a:r>
              <a:rPr lang="ar-BH" dirty="0">
                <a:latin typeface="Vazir FD-WOL" panose="020B0603030804020204" pitchFamily="34" charset="-78"/>
                <a:cs typeface="Vazir FD-WOL" panose="020B0603030804020204" pitchFamily="34" charset="-78"/>
              </a:rPr>
              <a:t>1400</a:t>
            </a:r>
            <a:endParaRPr lang="en-US" dirty="0">
              <a:latin typeface="Vazir FD-WOL" panose="020B0603030804020204" pitchFamily="34" charset="-78"/>
              <a:cs typeface="Vazir FD-WOL" panose="020B0603030804020204" pitchFamily="34" charset="-78"/>
            </a:endParaRPr>
          </a:p>
        </p:txBody>
      </p: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A96A99F9-1F1B-41D9-99C2-46919605C668}"/>
              </a:ext>
            </a:extLst>
          </p:cNvPr>
          <p:cNvGrpSpPr/>
          <p:nvPr/>
        </p:nvGrpSpPr>
        <p:grpSpPr>
          <a:xfrm rot="16200000">
            <a:off x="4892224" y="1966620"/>
            <a:ext cx="6152709" cy="886850"/>
            <a:chOff x="0" y="2536120"/>
            <a:chExt cx="9144000" cy="1011043"/>
          </a:xfrm>
        </p:grpSpPr>
        <p:sp>
          <p:nvSpPr>
            <p:cNvPr id="120" name="Google Shape;594;p39">
              <a:extLst>
                <a:ext uri="{FF2B5EF4-FFF2-40B4-BE49-F238E27FC236}">
                  <a16:creationId xmlns:a16="http://schemas.microsoft.com/office/drawing/2014/main" id="{DF8B121F-BA4C-43D3-9FF5-37AE338CED10}"/>
                </a:ext>
              </a:extLst>
            </p:cNvPr>
            <p:cNvSpPr/>
            <p:nvPr/>
          </p:nvSpPr>
          <p:spPr>
            <a:xfrm>
              <a:off x="0" y="2536120"/>
              <a:ext cx="9144000" cy="1011043"/>
            </a:xfrm>
            <a:custGeom>
              <a:avLst/>
              <a:gdLst/>
              <a:ahLst/>
              <a:cxnLst/>
              <a:rect l="l" t="t" r="r" b="b"/>
              <a:pathLst>
                <a:path w="12192000" h="1348058" extrusionOk="0">
                  <a:moveTo>
                    <a:pt x="12192000" y="0"/>
                  </a:moveTo>
                  <a:lnTo>
                    <a:pt x="10837333" y="0"/>
                  </a:lnTo>
                  <a:cubicBezTo>
                    <a:pt x="10463295" y="0"/>
                    <a:pt x="10160000" y="301773"/>
                    <a:pt x="10160000" y="674029"/>
                  </a:cubicBezTo>
                  <a:lnTo>
                    <a:pt x="10160000" y="674029"/>
                  </a:lnTo>
                  <a:cubicBezTo>
                    <a:pt x="10160000" y="1046281"/>
                    <a:pt x="9856705" y="1348059"/>
                    <a:pt x="9482667" y="1348059"/>
                  </a:cubicBezTo>
                  <a:lnTo>
                    <a:pt x="9482667" y="1348059"/>
                  </a:lnTo>
                  <a:cubicBezTo>
                    <a:pt x="9108581" y="1348059"/>
                    <a:pt x="8805333" y="1046281"/>
                    <a:pt x="8805333" y="674029"/>
                  </a:cubicBezTo>
                  <a:lnTo>
                    <a:pt x="8805333" y="674029"/>
                  </a:lnTo>
                  <a:cubicBezTo>
                    <a:pt x="8805333" y="301773"/>
                    <a:pt x="8502086" y="0"/>
                    <a:pt x="8128000" y="0"/>
                  </a:cubicBezTo>
                  <a:lnTo>
                    <a:pt x="8128000" y="0"/>
                  </a:lnTo>
                  <a:cubicBezTo>
                    <a:pt x="7753915" y="0"/>
                    <a:pt x="7450667" y="301773"/>
                    <a:pt x="7450667" y="674029"/>
                  </a:cubicBezTo>
                  <a:lnTo>
                    <a:pt x="7450667" y="674029"/>
                  </a:lnTo>
                  <a:cubicBezTo>
                    <a:pt x="7450667" y="1046281"/>
                    <a:pt x="7147419" y="1348059"/>
                    <a:pt x="6773334" y="1348059"/>
                  </a:cubicBezTo>
                  <a:lnTo>
                    <a:pt x="6773334" y="1348059"/>
                  </a:lnTo>
                  <a:cubicBezTo>
                    <a:pt x="6399248" y="1348059"/>
                    <a:pt x="6096000" y="1046281"/>
                    <a:pt x="6096000" y="674029"/>
                  </a:cubicBezTo>
                  <a:lnTo>
                    <a:pt x="6096000" y="674029"/>
                  </a:lnTo>
                  <a:cubicBezTo>
                    <a:pt x="6096000" y="301773"/>
                    <a:pt x="5792753" y="0"/>
                    <a:pt x="5418667" y="0"/>
                  </a:cubicBezTo>
                  <a:lnTo>
                    <a:pt x="5418667" y="0"/>
                  </a:lnTo>
                  <a:cubicBezTo>
                    <a:pt x="5044581" y="0"/>
                    <a:pt x="4741334" y="301773"/>
                    <a:pt x="4741334" y="674029"/>
                  </a:cubicBezTo>
                  <a:lnTo>
                    <a:pt x="4741334" y="674029"/>
                  </a:lnTo>
                  <a:cubicBezTo>
                    <a:pt x="4741334" y="1046281"/>
                    <a:pt x="4438076" y="1348059"/>
                    <a:pt x="4064000" y="1348059"/>
                  </a:cubicBezTo>
                  <a:lnTo>
                    <a:pt x="4064000" y="1348059"/>
                  </a:lnTo>
                  <a:cubicBezTo>
                    <a:pt x="3689924" y="1348059"/>
                    <a:pt x="3386667" y="1046281"/>
                    <a:pt x="3386667" y="674029"/>
                  </a:cubicBezTo>
                  <a:lnTo>
                    <a:pt x="3386667" y="674029"/>
                  </a:lnTo>
                  <a:cubicBezTo>
                    <a:pt x="3386667" y="301773"/>
                    <a:pt x="3083410" y="0"/>
                    <a:pt x="2709333" y="0"/>
                  </a:cubicBezTo>
                  <a:lnTo>
                    <a:pt x="2709333" y="0"/>
                  </a:lnTo>
                  <a:cubicBezTo>
                    <a:pt x="2335257" y="0"/>
                    <a:pt x="2032000" y="301773"/>
                    <a:pt x="2032000" y="674029"/>
                  </a:cubicBezTo>
                  <a:lnTo>
                    <a:pt x="2032000" y="674029"/>
                  </a:lnTo>
                  <a:cubicBezTo>
                    <a:pt x="2032000" y="1046281"/>
                    <a:pt x="1728743" y="1348059"/>
                    <a:pt x="1354667" y="1348059"/>
                  </a:cubicBezTo>
                  <a:lnTo>
                    <a:pt x="0" y="1348059"/>
                  </a:lnTo>
                </a:path>
              </a:pathLst>
            </a:custGeom>
            <a:noFill/>
            <a:ln w="228600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Vazir" panose="020B0603030804020204" pitchFamily="34" charset="-78"/>
                <a:ea typeface="Calibri"/>
                <a:cs typeface="Vazir" panose="020B0603030804020204" pitchFamily="34" charset="-78"/>
                <a:sym typeface="Calibri"/>
              </a:endParaRPr>
            </a:p>
          </p:txBody>
        </p:sp>
        <p:sp>
          <p:nvSpPr>
            <p:cNvPr id="121" name="Google Shape;595;p39">
              <a:extLst>
                <a:ext uri="{FF2B5EF4-FFF2-40B4-BE49-F238E27FC236}">
                  <a16:creationId xmlns:a16="http://schemas.microsoft.com/office/drawing/2014/main" id="{CC6F5821-7388-43B3-A732-A1407312955B}"/>
                </a:ext>
              </a:extLst>
            </p:cNvPr>
            <p:cNvSpPr/>
            <p:nvPr/>
          </p:nvSpPr>
          <p:spPr>
            <a:xfrm>
              <a:off x="0" y="2536120"/>
              <a:ext cx="9144000" cy="1011043"/>
            </a:xfrm>
            <a:custGeom>
              <a:avLst/>
              <a:gdLst/>
              <a:ahLst/>
              <a:cxnLst/>
              <a:rect l="l" t="t" r="r" b="b"/>
              <a:pathLst>
                <a:path w="12192000" h="1348058" extrusionOk="0">
                  <a:moveTo>
                    <a:pt x="12192000" y="0"/>
                  </a:moveTo>
                  <a:lnTo>
                    <a:pt x="10837333" y="0"/>
                  </a:lnTo>
                  <a:cubicBezTo>
                    <a:pt x="10463295" y="0"/>
                    <a:pt x="10160000" y="301773"/>
                    <a:pt x="10160000" y="674029"/>
                  </a:cubicBezTo>
                  <a:lnTo>
                    <a:pt x="10160000" y="674029"/>
                  </a:lnTo>
                  <a:cubicBezTo>
                    <a:pt x="10160000" y="1046281"/>
                    <a:pt x="9856705" y="1348059"/>
                    <a:pt x="9482667" y="1348059"/>
                  </a:cubicBezTo>
                  <a:lnTo>
                    <a:pt x="9482667" y="1348059"/>
                  </a:lnTo>
                  <a:cubicBezTo>
                    <a:pt x="9108581" y="1348059"/>
                    <a:pt x="8805333" y="1046281"/>
                    <a:pt x="8805333" y="674029"/>
                  </a:cubicBezTo>
                  <a:lnTo>
                    <a:pt x="8805333" y="674029"/>
                  </a:lnTo>
                  <a:cubicBezTo>
                    <a:pt x="8805333" y="301773"/>
                    <a:pt x="8502086" y="0"/>
                    <a:pt x="8128000" y="0"/>
                  </a:cubicBezTo>
                  <a:lnTo>
                    <a:pt x="8128000" y="0"/>
                  </a:lnTo>
                  <a:cubicBezTo>
                    <a:pt x="7753915" y="0"/>
                    <a:pt x="7450667" y="301773"/>
                    <a:pt x="7450667" y="674029"/>
                  </a:cubicBezTo>
                  <a:lnTo>
                    <a:pt x="7450667" y="674029"/>
                  </a:lnTo>
                  <a:cubicBezTo>
                    <a:pt x="7450667" y="1046281"/>
                    <a:pt x="7147419" y="1348059"/>
                    <a:pt x="6773334" y="1348059"/>
                  </a:cubicBezTo>
                  <a:lnTo>
                    <a:pt x="6773334" y="1348059"/>
                  </a:lnTo>
                  <a:cubicBezTo>
                    <a:pt x="6399248" y="1348059"/>
                    <a:pt x="6096000" y="1046281"/>
                    <a:pt x="6096000" y="674029"/>
                  </a:cubicBezTo>
                  <a:lnTo>
                    <a:pt x="6096000" y="674029"/>
                  </a:lnTo>
                  <a:cubicBezTo>
                    <a:pt x="6096000" y="301773"/>
                    <a:pt x="5792753" y="0"/>
                    <a:pt x="5418667" y="0"/>
                  </a:cubicBezTo>
                  <a:lnTo>
                    <a:pt x="5418667" y="0"/>
                  </a:lnTo>
                  <a:cubicBezTo>
                    <a:pt x="5044581" y="0"/>
                    <a:pt x="4741334" y="301773"/>
                    <a:pt x="4741334" y="674029"/>
                  </a:cubicBezTo>
                  <a:lnTo>
                    <a:pt x="4741334" y="674029"/>
                  </a:lnTo>
                  <a:cubicBezTo>
                    <a:pt x="4741334" y="1046281"/>
                    <a:pt x="4438076" y="1348059"/>
                    <a:pt x="4064000" y="1348059"/>
                  </a:cubicBezTo>
                  <a:lnTo>
                    <a:pt x="4064000" y="1348059"/>
                  </a:lnTo>
                  <a:cubicBezTo>
                    <a:pt x="3689924" y="1348059"/>
                    <a:pt x="3386667" y="1046281"/>
                    <a:pt x="3386667" y="674029"/>
                  </a:cubicBezTo>
                  <a:lnTo>
                    <a:pt x="3386667" y="674029"/>
                  </a:lnTo>
                  <a:cubicBezTo>
                    <a:pt x="3386667" y="301773"/>
                    <a:pt x="3083410" y="0"/>
                    <a:pt x="2709333" y="0"/>
                  </a:cubicBezTo>
                  <a:lnTo>
                    <a:pt x="2709333" y="0"/>
                  </a:lnTo>
                  <a:cubicBezTo>
                    <a:pt x="2335257" y="0"/>
                    <a:pt x="2032000" y="301773"/>
                    <a:pt x="2032000" y="674029"/>
                  </a:cubicBezTo>
                  <a:lnTo>
                    <a:pt x="2032000" y="674029"/>
                  </a:lnTo>
                  <a:cubicBezTo>
                    <a:pt x="2032000" y="1046281"/>
                    <a:pt x="1728743" y="1348059"/>
                    <a:pt x="1354667" y="1348059"/>
                  </a:cubicBezTo>
                  <a:lnTo>
                    <a:pt x="0" y="1348059"/>
                  </a:lnTo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dash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Vazir" panose="020B0603030804020204" pitchFamily="34" charset="-78"/>
                <a:ea typeface="Calibri"/>
                <a:cs typeface="Vazir" panose="020B0603030804020204" pitchFamily="34" charset="-78"/>
                <a:sym typeface="Calibri"/>
              </a:endParaRPr>
            </a:p>
          </p:txBody>
        </p:sp>
      </p:grpSp>
      <p:sp>
        <p:nvSpPr>
          <p:cNvPr id="122" name="Google Shape;616;p39">
            <a:extLst>
              <a:ext uri="{FF2B5EF4-FFF2-40B4-BE49-F238E27FC236}">
                <a16:creationId xmlns:a16="http://schemas.microsoft.com/office/drawing/2014/main" id="{A15815E6-85F9-41D2-8455-26FDA56B0C51}"/>
              </a:ext>
            </a:extLst>
          </p:cNvPr>
          <p:cNvSpPr txBox="1"/>
          <p:nvPr/>
        </p:nvSpPr>
        <p:spPr>
          <a:xfrm>
            <a:off x="8372054" y="2255511"/>
            <a:ext cx="727517" cy="194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900" dirty="0">
                <a:solidFill>
                  <a:schemeClr val="dk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rPr>
              <a:t>روش پیشنهادی</a:t>
            </a:r>
            <a:endParaRPr sz="900" dirty="0">
              <a:solidFill>
                <a:schemeClr val="dk1"/>
              </a:solidFill>
              <a:latin typeface="Vazir" panose="020B0603030804020204" pitchFamily="34" charset="-78"/>
              <a:ea typeface="Catamaran"/>
              <a:cs typeface="Vazir" panose="020B0603030804020204" pitchFamily="34" charset="-78"/>
              <a:sym typeface="Catamaran"/>
            </a:endParaRPr>
          </a:p>
        </p:txBody>
      </p: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3B733A08-166F-45F6-916F-33906B62D398}"/>
              </a:ext>
            </a:extLst>
          </p:cNvPr>
          <p:cNvGrpSpPr/>
          <p:nvPr/>
        </p:nvGrpSpPr>
        <p:grpSpPr>
          <a:xfrm>
            <a:off x="6958941" y="1229022"/>
            <a:ext cx="334744" cy="334744"/>
            <a:chOff x="5858533" y="3371391"/>
            <a:chExt cx="334744" cy="334744"/>
          </a:xfrm>
        </p:grpSpPr>
        <p:sp>
          <p:nvSpPr>
            <p:cNvPr id="124" name="Google Shape;606;p39">
              <a:extLst>
                <a:ext uri="{FF2B5EF4-FFF2-40B4-BE49-F238E27FC236}">
                  <a16:creationId xmlns:a16="http://schemas.microsoft.com/office/drawing/2014/main" id="{1C277AC1-AB58-4119-AFEE-D59B5A5F56A1}"/>
                </a:ext>
              </a:extLst>
            </p:cNvPr>
            <p:cNvSpPr/>
            <p:nvPr/>
          </p:nvSpPr>
          <p:spPr>
            <a:xfrm rot="2637262">
              <a:off x="5858533" y="3371391"/>
              <a:ext cx="334744" cy="334744"/>
            </a:xfrm>
            <a:prstGeom prst="teardrop">
              <a:avLst>
                <a:gd name="adj" fmla="val 95976"/>
              </a:avLst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  <p:sp>
          <p:nvSpPr>
            <p:cNvPr id="125" name="Google Shape;607;p39">
              <a:extLst>
                <a:ext uri="{FF2B5EF4-FFF2-40B4-BE49-F238E27FC236}">
                  <a16:creationId xmlns:a16="http://schemas.microsoft.com/office/drawing/2014/main" id="{1812D87D-B42D-46AF-933C-ADE55B8E90F1}"/>
                </a:ext>
              </a:extLst>
            </p:cNvPr>
            <p:cNvSpPr/>
            <p:nvPr/>
          </p:nvSpPr>
          <p:spPr>
            <a:xfrm flipH="1">
              <a:off x="5958855" y="3478265"/>
              <a:ext cx="134100" cy="13409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a-IR" sz="800" dirty="0">
                  <a:solidFill>
                    <a:schemeClr val="dk1"/>
                  </a:solidFill>
                  <a:latin typeface="Vazir FD-WOL" panose="020B0603030804020204" pitchFamily="34" charset="-78"/>
                  <a:ea typeface="Catamaran"/>
                  <a:cs typeface="Vazir FD-WOL" panose="020B0603030804020204" pitchFamily="34" charset="-78"/>
                  <a:sym typeface="Catamaran"/>
                </a:rPr>
                <a:t>2</a:t>
              </a:r>
              <a:endParaRPr sz="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8B14787B-5327-4B1A-960D-89445B2F304E}"/>
              </a:ext>
            </a:extLst>
          </p:cNvPr>
          <p:cNvGrpSpPr/>
          <p:nvPr/>
        </p:nvGrpSpPr>
        <p:grpSpPr>
          <a:xfrm>
            <a:off x="8616854" y="1901496"/>
            <a:ext cx="334744" cy="334744"/>
            <a:chOff x="5858533" y="3371391"/>
            <a:chExt cx="334744" cy="334744"/>
          </a:xfrm>
        </p:grpSpPr>
        <p:sp>
          <p:nvSpPr>
            <p:cNvPr id="127" name="Google Shape;606;p39">
              <a:extLst>
                <a:ext uri="{FF2B5EF4-FFF2-40B4-BE49-F238E27FC236}">
                  <a16:creationId xmlns:a16="http://schemas.microsoft.com/office/drawing/2014/main" id="{1C1B25DA-2AD0-4C52-B511-B24EA4AA0733}"/>
                </a:ext>
              </a:extLst>
            </p:cNvPr>
            <p:cNvSpPr/>
            <p:nvPr/>
          </p:nvSpPr>
          <p:spPr>
            <a:xfrm rot="13248051">
              <a:off x="5858533" y="3371391"/>
              <a:ext cx="334744" cy="334744"/>
            </a:xfrm>
            <a:prstGeom prst="teardrop">
              <a:avLst>
                <a:gd name="adj" fmla="val 95976"/>
              </a:avLst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  <p:sp>
          <p:nvSpPr>
            <p:cNvPr id="128" name="Google Shape;607;p39">
              <a:extLst>
                <a:ext uri="{FF2B5EF4-FFF2-40B4-BE49-F238E27FC236}">
                  <a16:creationId xmlns:a16="http://schemas.microsoft.com/office/drawing/2014/main" id="{15BC0FE3-D677-4950-B191-D86FD779010C}"/>
                </a:ext>
              </a:extLst>
            </p:cNvPr>
            <p:cNvSpPr/>
            <p:nvPr/>
          </p:nvSpPr>
          <p:spPr>
            <a:xfrm flipH="1">
              <a:off x="5958855" y="3478265"/>
              <a:ext cx="134100" cy="13409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a-IR" sz="800" dirty="0">
                  <a:solidFill>
                    <a:schemeClr val="dk1"/>
                  </a:solidFill>
                  <a:latin typeface="Vazir FD-WOL" panose="020B0603030804020204" pitchFamily="34" charset="-78"/>
                  <a:ea typeface="Catamaran"/>
                  <a:cs typeface="Vazir FD-WOL" panose="020B0603030804020204" pitchFamily="34" charset="-78"/>
                  <a:sym typeface="Catamaran"/>
                </a:rPr>
                <a:t>3</a:t>
              </a:r>
              <a:endParaRPr sz="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BE7CCE86-26E1-4C76-98DE-B3F11F24C8F0}"/>
              </a:ext>
            </a:extLst>
          </p:cNvPr>
          <p:cNvGrpSpPr/>
          <p:nvPr/>
        </p:nvGrpSpPr>
        <p:grpSpPr>
          <a:xfrm>
            <a:off x="8619860" y="488928"/>
            <a:ext cx="334744" cy="334744"/>
            <a:chOff x="5858533" y="3371391"/>
            <a:chExt cx="334744" cy="334744"/>
          </a:xfrm>
        </p:grpSpPr>
        <p:sp>
          <p:nvSpPr>
            <p:cNvPr id="130" name="Google Shape;606;p39">
              <a:extLst>
                <a:ext uri="{FF2B5EF4-FFF2-40B4-BE49-F238E27FC236}">
                  <a16:creationId xmlns:a16="http://schemas.microsoft.com/office/drawing/2014/main" id="{A19008B0-DC6B-4069-866D-1E34E7677B70}"/>
                </a:ext>
              </a:extLst>
            </p:cNvPr>
            <p:cNvSpPr/>
            <p:nvPr/>
          </p:nvSpPr>
          <p:spPr>
            <a:xfrm rot="13248051">
              <a:off x="5858533" y="3371391"/>
              <a:ext cx="334744" cy="334744"/>
            </a:xfrm>
            <a:prstGeom prst="teardrop">
              <a:avLst>
                <a:gd name="adj" fmla="val 95976"/>
              </a:avLst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  <p:sp>
          <p:nvSpPr>
            <p:cNvPr id="131" name="Google Shape;607;p39">
              <a:extLst>
                <a:ext uri="{FF2B5EF4-FFF2-40B4-BE49-F238E27FC236}">
                  <a16:creationId xmlns:a16="http://schemas.microsoft.com/office/drawing/2014/main" id="{D178F9E0-B50B-418D-BF5B-7C0BE05166FD}"/>
                </a:ext>
              </a:extLst>
            </p:cNvPr>
            <p:cNvSpPr/>
            <p:nvPr/>
          </p:nvSpPr>
          <p:spPr>
            <a:xfrm flipH="1">
              <a:off x="5958855" y="3478265"/>
              <a:ext cx="134100" cy="13409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a-IR" sz="800" dirty="0">
                  <a:solidFill>
                    <a:schemeClr val="dk1"/>
                  </a:solidFill>
                  <a:latin typeface="Vazir FD-WOL" panose="020B0603030804020204" pitchFamily="34" charset="-78"/>
                  <a:ea typeface="Catamaran"/>
                  <a:cs typeface="Vazir FD-WOL" panose="020B0603030804020204" pitchFamily="34" charset="-78"/>
                  <a:sym typeface="Catamaran"/>
                </a:rPr>
                <a:t>1</a:t>
              </a:r>
              <a:endParaRPr sz="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D29A5334-23A9-41D2-AAAA-C7CCA5BC8397}"/>
              </a:ext>
            </a:extLst>
          </p:cNvPr>
          <p:cNvGrpSpPr/>
          <p:nvPr/>
        </p:nvGrpSpPr>
        <p:grpSpPr>
          <a:xfrm>
            <a:off x="8613156" y="3244845"/>
            <a:ext cx="334744" cy="334744"/>
            <a:chOff x="5858533" y="3371391"/>
            <a:chExt cx="334744" cy="334744"/>
          </a:xfrm>
        </p:grpSpPr>
        <p:sp>
          <p:nvSpPr>
            <p:cNvPr id="133" name="Google Shape;606;p39">
              <a:extLst>
                <a:ext uri="{FF2B5EF4-FFF2-40B4-BE49-F238E27FC236}">
                  <a16:creationId xmlns:a16="http://schemas.microsoft.com/office/drawing/2014/main" id="{24A50D49-12A4-4944-BD68-9A55C556303A}"/>
                </a:ext>
              </a:extLst>
            </p:cNvPr>
            <p:cNvSpPr/>
            <p:nvPr/>
          </p:nvSpPr>
          <p:spPr>
            <a:xfrm rot="13248051">
              <a:off x="5858533" y="3371391"/>
              <a:ext cx="334744" cy="334744"/>
            </a:xfrm>
            <a:prstGeom prst="teardrop">
              <a:avLst>
                <a:gd name="adj" fmla="val 95976"/>
              </a:avLst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  <p:sp>
          <p:nvSpPr>
            <p:cNvPr id="134" name="Google Shape;607;p39">
              <a:extLst>
                <a:ext uri="{FF2B5EF4-FFF2-40B4-BE49-F238E27FC236}">
                  <a16:creationId xmlns:a16="http://schemas.microsoft.com/office/drawing/2014/main" id="{57804383-B5A0-40D4-A42A-CAF9A0A334CC}"/>
                </a:ext>
              </a:extLst>
            </p:cNvPr>
            <p:cNvSpPr/>
            <p:nvPr/>
          </p:nvSpPr>
          <p:spPr>
            <a:xfrm flipH="1">
              <a:off x="5958855" y="3478265"/>
              <a:ext cx="134100" cy="13409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a-IR" sz="800" dirty="0">
                  <a:solidFill>
                    <a:schemeClr val="dk1"/>
                  </a:solidFill>
                  <a:latin typeface="Vazir FD-WOL" panose="020B0603030804020204" pitchFamily="34" charset="-78"/>
                  <a:ea typeface="Catamaran"/>
                  <a:cs typeface="Vazir FD-WOL" panose="020B0603030804020204" pitchFamily="34" charset="-78"/>
                  <a:sym typeface="Catamaran"/>
                </a:rPr>
                <a:t>5</a:t>
              </a:r>
              <a:endParaRPr sz="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E0F83185-6431-417F-8290-27569C4B6E8F}"/>
              </a:ext>
            </a:extLst>
          </p:cNvPr>
          <p:cNvGrpSpPr/>
          <p:nvPr/>
        </p:nvGrpSpPr>
        <p:grpSpPr>
          <a:xfrm>
            <a:off x="6958941" y="2571750"/>
            <a:ext cx="334744" cy="334744"/>
            <a:chOff x="5858533" y="3371391"/>
            <a:chExt cx="334744" cy="334744"/>
          </a:xfrm>
        </p:grpSpPr>
        <p:sp>
          <p:nvSpPr>
            <p:cNvPr id="136" name="Google Shape;606;p39">
              <a:extLst>
                <a:ext uri="{FF2B5EF4-FFF2-40B4-BE49-F238E27FC236}">
                  <a16:creationId xmlns:a16="http://schemas.microsoft.com/office/drawing/2014/main" id="{44E054A7-7A24-4DAB-9893-560E0F45A13E}"/>
                </a:ext>
              </a:extLst>
            </p:cNvPr>
            <p:cNvSpPr/>
            <p:nvPr/>
          </p:nvSpPr>
          <p:spPr>
            <a:xfrm rot="2637262">
              <a:off x="5858533" y="3371391"/>
              <a:ext cx="334744" cy="334744"/>
            </a:xfrm>
            <a:prstGeom prst="teardrop">
              <a:avLst>
                <a:gd name="adj" fmla="val 95976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  <p:sp>
          <p:nvSpPr>
            <p:cNvPr id="137" name="Google Shape;607;p39">
              <a:extLst>
                <a:ext uri="{FF2B5EF4-FFF2-40B4-BE49-F238E27FC236}">
                  <a16:creationId xmlns:a16="http://schemas.microsoft.com/office/drawing/2014/main" id="{14D65280-C2D7-4729-8B89-5CC60A27B338}"/>
                </a:ext>
              </a:extLst>
            </p:cNvPr>
            <p:cNvSpPr/>
            <p:nvPr/>
          </p:nvSpPr>
          <p:spPr>
            <a:xfrm flipH="1">
              <a:off x="5958855" y="3478265"/>
              <a:ext cx="134100" cy="13409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a-IR" sz="800" dirty="0">
                  <a:solidFill>
                    <a:schemeClr val="dk1"/>
                  </a:solidFill>
                  <a:latin typeface="Vazir FD-WOL" panose="020B0603030804020204" pitchFamily="34" charset="-78"/>
                  <a:ea typeface="Catamaran"/>
                  <a:cs typeface="Vazir FD-WOL" panose="020B0603030804020204" pitchFamily="34" charset="-78"/>
                  <a:sym typeface="Catamaran"/>
                </a:rPr>
                <a:t>4</a:t>
              </a:r>
              <a:endParaRPr sz="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642F262E-6D77-4506-962F-415967D36866}"/>
              </a:ext>
            </a:extLst>
          </p:cNvPr>
          <p:cNvGrpSpPr/>
          <p:nvPr/>
        </p:nvGrpSpPr>
        <p:grpSpPr>
          <a:xfrm>
            <a:off x="6958941" y="3958304"/>
            <a:ext cx="334744" cy="334744"/>
            <a:chOff x="5858533" y="3371391"/>
            <a:chExt cx="334744" cy="334744"/>
          </a:xfrm>
        </p:grpSpPr>
        <p:sp>
          <p:nvSpPr>
            <p:cNvPr id="139" name="Google Shape;606;p39">
              <a:extLst>
                <a:ext uri="{FF2B5EF4-FFF2-40B4-BE49-F238E27FC236}">
                  <a16:creationId xmlns:a16="http://schemas.microsoft.com/office/drawing/2014/main" id="{D85E2991-887B-47D8-B7EA-FC3EB80869D1}"/>
                </a:ext>
              </a:extLst>
            </p:cNvPr>
            <p:cNvSpPr/>
            <p:nvPr/>
          </p:nvSpPr>
          <p:spPr>
            <a:xfrm rot="2637262">
              <a:off x="5858533" y="3371391"/>
              <a:ext cx="334744" cy="334744"/>
            </a:xfrm>
            <a:prstGeom prst="teardrop">
              <a:avLst>
                <a:gd name="adj" fmla="val 95976"/>
              </a:avLst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  <p:sp>
          <p:nvSpPr>
            <p:cNvPr id="140" name="Google Shape;607;p39">
              <a:extLst>
                <a:ext uri="{FF2B5EF4-FFF2-40B4-BE49-F238E27FC236}">
                  <a16:creationId xmlns:a16="http://schemas.microsoft.com/office/drawing/2014/main" id="{F8C58061-2051-4788-BEA7-07E20A7B98CF}"/>
                </a:ext>
              </a:extLst>
            </p:cNvPr>
            <p:cNvSpPr/>
            <p:nvPr/>
          </p:nvSpPr>
          <p:spPr>
            <a:xfrm flipH="1">
              <a:off x="5958855" y="3478265"/>
              <a:ext cx="134100" cy="13409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a-IR" sz="800" dirty="0">
                  <a:solidFill>
                    <a:schemeClr val="dk1"/>
                  </a:solidFill>
                  <a:latin typeface="Vazir FD-WOL" panose="020B0603030804020204" pitchFamily="34" charset="-78"/>
                  <a:ea typeface="Catamaran"/>
                  <a:cs typeface="Vazir FD-WOL" panose="020B0603030804020204" pitchFamily="34" charset="-78"/>
                  <a:sym typeface="Catamaran"/>
                </a:rPr>
                <a:t>6</a:t>
              </a:r>
              <a:endParaRPr sz="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</p:grpSp>
      <p:sp>
        <p:nvSpPr>
          <p:cNvPr id="141" name="Google Shape;616;p39">
            <a:extLst>
              <a:ext uri="{FF2B5EF4-FFF2-40B4-BE49-F238E27FC236}">
                <a16:creationId xmlns:a16="http://schemas.microsoft.com/office/drawing/2014/main" id="{9E47D386-AE43-4215-B179-A1DA765C67C1}"/>
              </a:ext>
            </a:extLst>
          </p:cNvPr>
          <p:cNvSpPr txBox="1"/>
          <p:nvPr/>
        </p:nvSpPr>
        <p:spPr>
          <a:xfrm>
            <a:off x="8418152" y="777961"/>
            <a:ext cx="623993" cy="35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900" dirty="0">
                <a:solidFill>
                  <a:schemeClr val="dk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rPr>
              <a:t>مقدمه و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900" dirty="0">
                <a:solidFill>
                  <a:schemeClr val="dk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rPr>
              <a:t>بیان مسئله</a:t>
            </a:r>
            <a:endParaRPr sz="900" dirty="0">
              <a:solidFill>
                <a:schemeClr val="dk1"/>
              </a:solidFill>
              <a:latin typeface="Vazir" panose="020B0603030804020204" pitchFamily="34" charset="-78"/>
              <a:ea typeface="Catamaran"/>
              <a:cs typeface="Vazir" panose="020B0603030804020204" pitchFamily="34" charset="-78"/>
              <a:sym typeface="Catamaran"/>
            </a:endParaRPr>
          </a:p>
        </p:txBody>
      </p:sp>
      <p:sp>
        <p:nvSpPr>
          <p:cNvPr id="142" name="Google Shape;616;p39">
            <a:extLst>
              <a:ext uri="{FF2B5EF4-FFF2-40B4-BE49-F238E27FC236}">
                <a16:creationId xmlns:a16="http://schemas.microsoft.com/office/drawing/2014/main" id="{66BD23CF-4FCF-487C-89A2-47DA4F6B1B92}"/>
              </a:ext>
            </a:extLst>
          </p:cNvPr>
          <p:cNvSpPr txBox="1"/>
          <p:nvPr/>
        </p:nvSpPr>
        <p:spPr>
          <a:xfrm>
            <a:off x="6803098" y="1633055"/>
            <a:ext cx="635502" cy="134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900" dirty="0">
                <a:solidFill>
                  <a:schemeClr val="dk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rPr>
              <a:t>مفاهیم</a:t>
            </a:r>
            <a:endParaRPr sz="900" dirty="0">
              <a:solidFill>
                <a:schemeClr val="dk1"/>
              </a:solidFill>
              <a:latin typeface="Vazir" panose="020B0603030804020204" pitchFamily="34" charset="-78"/>
              <a:ea typeface="Catamaran"/>
              <a:cs typeface="Vazir" panose="020B0603030804020204" pitchFamily="34" charset="-78"/>
              <a:sym typeface="Catamaran"/>
            </a:endParaRPr>
          </a:p>
        </p:txBody>
      </p:sp>
      <p:sp>
        <p:nvSpPr>
          <p:cNvPr id="143" name="Google Shape;616;p39">
            <a:extLst>
              <a:ext uri="{FF2B5EF4-FFF2-40B4-BE49-F238E27FC236}">
                <a16:creationId xmlns:a16="http://schemas.microsoft.com/office/drawing/2014/main" id="{0AE179E4-2AFF-443E-8D7F-A5E44054C045}"/>
              </a:ext>
            </a:extLst>
          </p:cNvPr>
          <p:cNvSpPr txBox="1"/>
          <p:nvPr/>
        </p:nvSpPr>
        <p:spPr>
          <a:xfrm>
            <a:off x="8372053" y="3698163"/>
            <a:ext cx="727517" cy="194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900" dirty="0">
                <a:solidFill>
                  <a:schemeClr val="dk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rPr>
              <a:t>جمع‌بندی و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900" dirty="0">
                <a:solidFill>
                  <a:schemeClr val="dk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rPr>
              <a:t>پیشنهادات</a:t>
            </a:r>
          </a:p>
        </p:txBody>
      </p:sp>
      <p:sp>
        <p:nvSpPr>
          <p:cNvPr id="144" name="Google Shape;616;p39">
            <a:extLst>
              <a:ext uri="{FF2B5EF4-FFF2-40B4-BE49-F238E27FC236}">
                <a16:creationId xmlns:a16="http://schemas.microsoft.com/office/drawing/2014/main" id="{F25C0F4B-5F4E-4278-A302-C76C83DC2875}"/>
              </a:ext>
            </a:extLst>
          </p:cNvPr>
          <p:cNvSpPr txBox="1"/>
          <p:nvPr/>
        </p:nvSpPr>
        <p:spPr>
          <a:xfrm>
            <a:off x="6757091" y="2903363"/>
            <a:ext cx="727517" cy="194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900" dirty="0">
                <a:solidFill>
                  <a:schemeClr val="dk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rPr>
              <a:t>نتایج</a:t>
            </a:r>
            <a:endParaRPr sz="900" dirty="0">
              <a:solidFill>
                <a:schemeClr val="dk1"/>
              </a:solidFill>
              <a:latin typeface="Vazir" panose="020B0603030804020204" pitchFamily="34" charset="-78"/>
              <a:ea typeface="Catamaran"/>
              <a:cs typeface="Vazir" panose="020B0603030804020204" pitchFamily="34" charset="-78"/>
              <a:sym typeface="Catamaran"/>
            </a:endParaRPr>
          </a:p>
        </p:txBody>
      </p:sp>
      <p:sp>
        <p:nvSpPr>
          <p:cNvPr id="145" name="Google Shape;616;p39">
            <a:extLst>
              <a:ext uri="{FF2B5EF4-FFF2-40B4-BE49-F238E27FC236}">
                <a16:creationId xmlns:a16="http://schemas.microsoft.com/office/drawing/2014/main" id="{4F74780E-BCBD-420D-B3C9-AAB5273218D0}"/>
              </a:ext>
            </a:extLst>
          </p:cNvPr>
          <p:cNvSpPr txBox="1"/>
          <p:nvPr/>
        </p:nvSpPr>
        <p:spPr>
          <a:xfrm>
            <a:off x="6803098" y="4427975"/>
            <a:ext cx="727517" cy="194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900" dirty="0">
                <a:solidFill>
                  <a:schemeClr val="dk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rPr>
              <a:t>پاسخگویی به سؤالات</a:t>
            </a:r>
            <a:endParaRPr sz="900" dirty="0">
              <a:solidFill>
                <a:schemeClr val="dk1"/>
              </a:solidFill>
              <a:latin typeface="Vazir" panose="020B0603030804020204" pitchFamily="34" charset="-78"/>
              <a:ea typeface="Catamaran"/>
              <a:cs typeface="Vazir" panose="020B0603030804020204" pitchFamily="34" charset="-78"/>
              <a:sym typeface="Catamaran"/>
            </a:endParaRPr>
          </a:p>
        </p:txBody>
      </p:sp>
      <p:sp>
        <p:nvSpPr>
          <p:cNvPr id="146" name="Google Shape;125;p8">
            <a:extLst>
              <a:ext uri="{FF2B5EF4-FFF2-40B4-BE49-F238E27FC236}">
                <a16:creationId xmlns:a16="http://schemas.microsoft.com/office/drawing/2014/main" id="{23848282-7F3E-49F7-A2DF-0225934F01AE}"/>
              </a:ext>
            </a:extLst>
          </p:cNvPr>
          <p:cNvSpPr/>
          <p:nvPr/>
        </p:nvSpPr>
        <p:spPr>
          <a:xfrm>
            <a:off x="8574184" y="4822960"/>
            <a:ext cx="525386" cy="271414"/>
          </a:xfrm>
          <a:custGeom>
            <a:avLst/>
            <a:gdLst/>
            <a:ahLst/>
            <a:cxnLst/>
            <a:rect l="l" t="t" r="r" b="b"/>
            <a:pathLst>
              <a:path w="21598" h="21315" extrusionOk="0">
                <a:moveTo>
                  <a:pt x="21599" y="14389"/>
                </a:moveTo>
                <a:lnTo>
                  <a:pt x="21599" y="6924"/>
                </a:lnTo>
                <a:cubicBezTo>
                  <a:pt x="21599" y="5784"/>
                  <a:pt x="20918" y="4730"/>
                  <a:pt x="19814" y="4161"/>
                </a:cubicBezTo>
                <a:lnTo>
                  <a:pt x="12583" y="428"/>
                </a:lnTo>
                <a:cubicBezTo>
                  <a:pt x="11478" y="-142"/>
                  <a:pt x="10118" y="-142"/>
                  <a:pt x="9013" y="428"/>
                </a:cubicBezTo>
                <a:lnTo>
                  <a:pt x="1783" y="4161"/>
                </a:lnTo>
                <a:cubicBezTo>
                  <a:pt x="679" y="4731"/>
                  <a:pt x="0" y="5784"/>
                  <a:pt x="0" y="6924"/>
                </a:cubicBezTo>
                <a:lnTo>
                  <a:pt x="0" y="14392"/>
                </a:lnTo>
                <a:cubicBezTo>
                  <a:pt x="1" y="15532"/>
                  <a:pt x="681" y="16585"/>
                  <a:pt x="1785" y="17155"/>
                </a:cubicBezTo>
                <a:lnTo>
                  <a:pt x="9016" y="20888"/>
                </a:lnTo>
                <a:cubicBezTo>
                  <a:pt x="10120" y="21458"/>
                  <a:pt x="11481" y="21458"/>
                  <a:pt x="12585" y="20888"/>
                </a:cubicBezTo>
                <a:lnTo>
                  <a:pt x="19816" y="17155"/>
                </a:lnTo>
                <a:cubicBezTo>
                  <a:pt x="20920" y="16584"/>
                  <a:pt x="21600" y="15530"/>
                  <a:pt x="21599" y="14389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fa-IR" sz="1000" i="0" u="none" strike="noStrike" cap="none" dirty="0">
                <a:solidFill>
                  <a:schemeClr val="bg1"/>
                </a:solidFill>
                <a:latin typeface="Vazir FD-WOL" panose="020B0603030804020204" pitchFamily="34" charset="-78"/>
                <a:cs typeface="Vazir FD-WOL" panose="020B0603030804020204" pitchFamily="34" charset="-78"/>
              </a:rPr>
              <a:t>15</a:t>
            </a:r>
            <a:r>
              <a:rPr lang="fa-IR" sz="1000" i="0" u="none" strike="noStrike" cap="none" dirty="0">
                <a:solidFill>
                  <a:schemeClr val="bg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از </a:t>
            </a:r>
            <a:r>
              <a:rPr lang="fa-IR" sz="1000" i="0" u="none" strike="noStrike" cap="none" dirty="0">
                <a:solidFill>
                  <a:schemeClr val="bg1"/>
                </a:solidFill>
                <a:latin typeface="Vazir FD-WOL" panose="020B0603030804020204" pitchFamily="34" charset="-78"/>
                <a:cs typeface="Vazir FD-WOL" panose="020B0603030804020204" pitchFamily="34" charset="-78"/>
              </a:rPr>
              <a:t>19</a:t>
            </a:r>
            <a:endParaRPr sz="1000" i="0" u="none" strike="noStrike" cap="none" dirty="0">
              <a:solidFill>
                <a:schemeClr val="bg1"/>
              </a:solidFill>
              <a:latin typeface="Vazir FD-WOL" panose="020B0603030804020204" pitchFamily="34" charset="-78"/>
              <a:cs typeface="Vazir FD-WOL" panose="020B0603030804020204" pitchFamily="34" charset="-78"/>
            </a:endParaRPr>
          </a:p>
        </p:txBody>
      </p:sp>
      <p:sp>
        <p:nvSpPr>
          <p:cNvPr id="55" name="Google Shape;120;p7">
            <a:extLst>
              <a:ext uri="{FF2B5EF4-FFF2-40B4-BE49-F238E27FC236}">
                <a16:creationId xmlns:a16="http://schemas.microsoft.com/office/drawing/2014/main" id="{2FBAA783-C867-4D09-9D1A-F49CF04A6E39}"/>
              </a:ext>
            </a:extLst>
          </p:cNvPr>
          <p:cNvSpPr txBox="1">
            <a:spLocks/>
          </p:cNvSpPr>
          <p:nvPr/>
        </p:nvSpPr>
        <p:spPr>
          <a:xfrm>
            <a:off x="114716" y="656300"/>
            <a:ext cx="1199437" cy="39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3970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00" b="0" i="0" u="none" strike="noStrike" cap="none">
                <a:solidFill>
                  <a:schemeClr val="tx1">
                    <a:lumMod val="90000"/>
                    <a:lumOff val="10000"/>
                  </a:schemeClr>
                </a:solidFill>
                <a:latin typeface="Vazir" panose="020B0603030804020204" pitchFamily="34" charset="-78"/>
                <a:ea typeface="Arial"/>
                <a:cs typeface="Vazir" panose="020B0603030804020204" pitchFamily="34" charset="-78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⬡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⬡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a-IR" dirty="0"/>
              <a:t>دانشگاه اصفهان</a:t>
            </a:r>
          </a:p>
          <a:p>
            <a:r>
              <a:rPr lang="fa-IR" dirty="0"/>
              <a:t>دانشکده مهندسی کامپیوتر</a:t>
            </a:r>
          </a:p>
          <a:p>
            <a:r>
              <a:rPr lang="fa-IR" dirty="0"/>
              <a:t>گروه مهندسی فناوری اطلاعات</a:t>
            </a:r>
          </a:p>
        </p:txBody>
      </p:sp>
      <p:sp>
        <p:nvSpPr>
          <p:cNvPr id="40" name="Google Shape;643;p41">
            <a:extLst>
              <a:ext uri="{FF2B5EF4-FFF2-40B4-BE49-F238E27FC236}">
                <a16:creationId xmlns:a16="http://schemas.microsoft.com/office/drawing/2014/main" id="{B021DB47-46D2-4CE8-B15B-3761081031C8}"/>
              </a:ext>
            </a:extLst>
          </p:cNvPr>
          <p:cNvSpPr/>
          <p:nvPr/>
        </p:nvSpPr>
        <p:spPr>
          <a:xfrm>
            <a:off x="2089045" y="1320152"/>
            <a:ext cx="2079638" cy="13875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42900" algn="bl" rotWithShape="0">
              <a:schemeClr val="accent1">
                <a:alpha val="40000"/>
              </a:schemeClr>
            </a:outerShdw>
          </a:effectLst>
        </p:spPr>
        <p:txBody>
          <a:bodyPr spcFirstLastPara="1" wrap="square" lIns="91425" tIns="91425" rIns="137160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solidFill>
                <a:schemeClr val="dk1"/>
              </a:solidFill>
              <a:latin typeface="Vazir" panose="020B0603030804020204" pitchFamily="34" charset="-78"/>
              <a:ea typeface="Catamaran"/>
              <a:cs typeface="Vazir" panose="020B0603030804020204" pitchFamily="34" charset="-78"/>
              <a:sym typeface="Catamaran"/>
            </a:endParaRPr>
          </a:p>
        </p:txBody>
      </p:sp>
      <p:sp>
        <p:nvSpPr>
          <p:cNvPr id="41" name="Google Shape;644;p41">
            <a:extLst>
              <a:ext uri="{FF2B5EF4-FFF2-40B4-BE49-F238E27FC236}">
                <a16:creationId xmlns:a16="http://schemas.microsoft.com/office/drawing/2014/main" id="{898CA01B-F228-4EA2-B0E0-5A906C1DB403}"/>
              </a:ext>
            </a:extLst>
          </p:cNvPr>
          <p:cNvSpPr/>
          <p:nvPr/>
        </p:nvSpPr>
        <p:spPr>
          <a:xfrm>
            <a:off x="4321069" y="1320152"/>
            <a:ext cx="2079638" cy="13875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42900" algn="bl" rotWithShape="0">
              <a:schemeClr val="accent1">
                <a:alpha val="40000"/>
              </a:schemeClr>
            </a:outerShdw>
          </a:effectLst>
        </p:spPr>
        <p:txBody>
          <a:bodyPr spcFirstLastPara="1" wrap="square" lIns="1371600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dirty="0">
              <a:solidFill>
                <a:schemeClr val="bg1"/>
              </a:solidFill>
              <a:latin typeface="Vazir" panose="020B0603030804020204" pitchFamily="34" charset="-78"/>
              <a:ea typeface="Catamaran"/>
              <a:cs typeface="Vazir" panose="020B0603030804020204" pitchFamily="34" charset="-78"/>
              <a:sym typeface="Catamaran"/>
            </a:endParaRPr>
          </a:p>
        </p:txBody>
      </p:sp>
      <p:sp>
        <p:nvSpPr>
          <p:cNvPr id="42" name="Google Shape;645;p41">
            <a:extLst>
              <a:ext uri="{FF2B5EF4-FFF2-40B4-BE49-F238E27FC236}">
                <a16:creationId xmlns:a16="http://schemas.microsoft.com/office/drawing/2014/main" id="{7F1423EC-78FC-45AB-A943-FD7E50D215BE}"/>
              </a:ext>
            </a:extLst>
          </p:cNvPr>
          <p:cNvSpPr/>
          <p:nvPr/>
        </p:nvSpPr>
        <p:spPr>
          <a:xfrm>
            <a:off x="2080715" y="2860043"/>
            <a:ext cx="2087967" cy="13875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42900" algn="bl" rotWithShape="0">
              <a:schemeClr val="accent1">
                <a:alpha val="40000"/>
              </a:schemeClr>
            </a:outerShdw>
          </a:effectLst>
        </p:spPr>
        <p:txBody>
          <a:bodyPr spcFirstLastPara="1" wrap="square" lIns="91425" tIns="91425" rIns="1371600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dirty="0">
              <a:solidFill>
                <a:schemeClr val="dk1"/>
              </a:solidFill>
              <a:latin typeface="Vazir" panose="020B0603030804020204" pitchFamily="34" charset="-78"/>
              <a:ea typeface="Catamaran"/>
              <a:cs typeface="Vazir" panose="020B0603030804020204" pitchFamily="34" charset="-78"/>
              <a:sym typeface="Catamaran"/>
            </a:endParaRPr>
          </a:p>
        </p:txBody>
      </p:sp>
      <p:sp>
        <p:nvSpPr>
          <p:cNvPr id="43" name="Google Shape;646;p41">
            <a:extLst>
              <a:ext uri="{FF2B5EF4-FFF2-40B4-BE49-F238E27FC236}">
                <a16:creationId xmlns:a16="http://schemas.microsoft.com/office/drawing/2014/main" id="{EF29A5BD-9FDC-46FF-AF58-A2477DE49878}"/>
              </a:ext>
            </a:extLst>
          </p:cNvPr>
          <p:cNvSpPr/>
          <p:nvPr/>
        </p:nvSpPr>
        <p:spPr>
          <a:xfrm>
            <a:off x="4321068" y="2860043"/>
            <a:ext cx="2079638" cy="13875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42900" algn="bl" rotWithShape="0">
              <a:schemeClr val="accent1">
                <a:alpha val="40000"/>
              </a:schemeClr>
            </a:outerShdw>
          </a:effectLst>
        </p:spPr>
        <p:txBody>
          <a:bodyPr spcFirstLastPara="1" wrap="square" lIns="1371600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dirty="0">
              <a:solidFill>
                <a:schemeClr val="dk1"/>
              </a:solidFill>
              <a:latin typeface="Vazir" panose="020B0603030804020204" pitchFamily="34" charset="-78"/>
              <a:ea typeface="Catamaran"/>
              <a:cs typeface="Vazir" panose="020B0603030804020204" pitchFamily="34" charset="-78"/>
              <a:sym typeface="Catamaran"/>
            </a:endParaRPr>
          </a:p>
        </p:txBody>
      </p:sp>
      <p:sp>
        <p:nvSpPr>
          <p:cNvPr id="44" name="Google Shape;647;p41">
            <a:extLst>
              <a:ext uri="{FF2B5EF4-FFF2-40B4-BE49-F238E27FC236}">
                <a16:creationId xmlns:a16="http://schemas.microsoft.com/office/drawing/2014/main" id="{CA81EBB4-586E-4D6A-AF03-814170101BBB}"/>
              </a:ext>
            </a:extLst>
          </p:cNvPr>
          <p:cNvSpPr/>
          <p:nvPr/>
        </p:nvSpPr>
        <p:spPr>
          <a:xfrm>
            <a:off x="3111346" y="1648524"/>
            <a:ext cx="2116500" cy="2116500"/>
          </a:xfrm>
          <a:prstGeom prst="pie">
            <a:avLst>
              <a:gd name="adj1" fmla="val 10788866"/>
              <a:gd name="adj2" fmla="val 1620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000" dirty="0">
              <a:latin typeface="Vazir" panose="020B0603030804020204" pitchFamily="34" charset="-78"/>
              <a:cs typeface="Vazir" panose="020B0603030804020204" pitchFamily="34" charset="-78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000" dirty="0">
              <a:latin typeface="Vazir" panose="020B0603030804020204" pitchFamily="34" charset="-78"/>
              <a:cs typeface="Vazir" panose="020B0603030804020204" pitchFamily="34" charset="-78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000" dirty="0">
              <a:latin typeface="Vazir" panose="020B0603030804020204" pitchFamily="34" charset="-78"/>
              <a:cs typeface="Vazir" panose="020B0603030804020204" pitchFamily="34" charset="-78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000" dirty="0">
              <a:latin typeface="Vazir" panose="020B0603030804020204" pitchFamily="34" charset="-78"/>
              <a:cs typeface="Vazir" panose="020B0603030804020204" pitchFamily="34" charset="-78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000" dirty="0">
              <a:latin typeface="Vazir" panose="020B0603030804020204" pitchFamily="34" charset="-78"/>
              <a:cs typeface="Vazir" panose="020B0603030804020204" pitchFamily="34" charset="-78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000" dirty="0">
              <a:latin typeface="Vazir" panose="020B0603030804020204" pitchFamily="34" charset="-78"/>
              <a:cs typeface="Vazir" panose="020B0603030804020204" pitchFamily="34" charset="-78"/>
            </a:endParaRPr>
          </a:p>
        </p:txBody>
      </p:sp>
      <p:sp>
        <p:nvSpPr>
          <p:cNvPr id="45" name="Google Shape;648;p41">
            <a:extLst>
              <a:ext uri="{FF2B5EF4-FFF2-40B4-BE49-F238E27FC236}">
                <a16:creationId xmlns:a16="http://schemas.microsoft.com/office/drawing/2014/main" id="{468B6E47-5D07-44BB-A284-BAA71097AF11}"/>
              </a:ext>
            </a:extLst>
          </p:cNvPr>
          <p:cNvSpPr/>
          <p:nvPr/>
        </p:nvSpPr>
        <p:spPr>
          <a:xfrm rot="5400000">
            <a:off x="3257920" y="1648524"/>
            <a:ext cx="2116500" cy="2116500"/>
          </a:xfrm>
          <a:prstGeom prst="pie">
            <a:avLst>
              <a:gd name="adj1" fmla="val 10788866"/>
              <a:gd name="adj2" fmla="val 1620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latin typeface="Vazir" panose="020B0603030804020204" pitchFamily="34" charset="-78"/>
              <a:cs typeface="Vazir" panose="020B0603030804020204" pitchFamily="34" charset="-78"/>
            </a:endParaRPr>
          </a:p>
        </p:txBody>
      </p:sp>
      <p:sp>
        <p:nvSpPr>
          <p:cNvPr id="46" name="Google Shape;649;p41">
            <a:extLst>
              <a:ext uri="{FF2B5EF4-FFF2-40B4-BE49-F238E27FC236}">
                <a16:creationId xmlns:a16="http://schemas.microsoft.com/office/drawing/2014/main" id="{94848DB9-0E6E-4832-A134-B94038550695}"/>
              </a:ext>
            </a:extLst>
          </p:cNvPr>
          <p:cNvSpPr/>
          <p:nvPr/>
        </p:nvSpPr>
        <p:spPr>
          <a:xfrm rot="10800000">
            <a:off x="3264069" y="1802425"/>
            <a:ext cx="2116500" cy="2116500"/>
          </a:xfrm>
          <a:prstGeom prst="pie">
            <a:avLst>
              <a:gd name="adj1" fmla="val 10788866"/>
              <a:gd name="adj2" fmla="val 1620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latin typeface="Vazir" panose="020B0603030804020204" pitchFamily="34" charset="-78"/>
              <a:cs typeface="Vazir" panose="020B0603030804020204" pitchFamily="34" charset="-78"/>
            </a:endParaRPr>
          </a:p>
        </p:txBody>
      </p:sp>
      <p:sp>
        <p:nvSpPr>
          <p:cNvPr id="47" name="Google Shape;650;p41">
            <a:extLst>
              <a:ext uri="{FF2B5EF4-FFF2-40B4-BE49-F238E27FC236}">
                <a16:creationId xmlns:a16="http://schemas.microsoft.com/office/drawing/2014/main" id="{D057771C-E53D-4792-9D93-50512DBD096B}"/>
              </a:ext>
            </a:extLst>
          </p:cNvPr>
          <p:cNvSpPr/>
          <p:nvPr/>
        </p:nvSpPr>
        <p:spPr>
          <a:xfrm rot="-5400000">
            <a:off x="3111346" y="1802425"/>
            <a:ext cx="2116500" cy="2116500"/>
          </a:xfrm>
          <a:prstGeom prst="pie">
            <a:avLst>
              <a:gd name="adj1" fmla="val 10788866"/>
              <a:gd name="adj2" fmla="val 16200000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latin typeface="Vazir" panose="020B0603030804020204" pitchFamily="34" charset="-78"/>
              <a:cs typeface="Vazir" panose="020B0603030804020204" pitchFamily="34" charset="-78"/>
            </a:endParaRPr>
          </a:p>
        </p:txBody>
      </p:sp>
      <p:sp>
        <p:nvSpPr>
          <p:cNvPr id="48" name="Google Shape;651;p41">
            <a:extLst>
              <a:ext uri="{FF2B5EF4-FFF2-40B4-BE49-F238E27FC236}">
                <a16:creationId xmlns:a16="http://schemas.microsoft.com/office/drawing/2014/main" id="{B04DBEA3-7174-49E9-91C8-5E807BBA2074}"/>
              </a:ext>
            </a:extLst>
          </p:cNvPr>
          <p:cNvSpPr/>
          <p:nvPr/>
        </p:nvSpPr>
        <p:spPr>
          <a:xfrm>
            <a:off x="3257920" y="2090034"/>
            <a:ext cx="894133" cy="400749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endParaRPr sz="1000" b="1" i="0" dirty="0">
              <a:ln>
                <a:noFill/>
              </a:ln>
              <a:solidFill>
                <a:schemeClr val="lt1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</p:txBody>
      </p:sp>
      <p:sp>
        <p:nvSpPr>
          <p:cNvPr id="49" name="Google Shape;652;p41">
            <a:extLst>
              <a:ext uri="{FF2B5EF4-FFF2-40B4-BE49-F238E27FC236}">
                <a16:creationId xmlns:a16="http://schemas.microsoft.com/office/drawing/2014/main" id="{036DAF4B-7653-489B-80DC-D3EFE48050C7}"/>
              </a:ext>
            </a:extLst>
          </p:cNvPr>
          <p:cNvSpPr/>
          <p:nvPr/>
        </p:nvSpPr>
        <p:spPr>
          <a:xfrm>
            <a:off x="4337698" y="2096793"/>
            <a:ext cx="890148" cy="387229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endParaRPr sz="1000" b="1" i="0" dirty="0">
              <a:ln>
                <a:noFill/>
              </a:ln>
              <a:solidFill>
                <a:schemeClr val="lt1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</p:txBody>
      </p:sp>
      <p:sp>
        <p:nvSpPr>
          <p:cNvPr id="50" name="Google Shape;653;p41">
            <a:extLst>
              <a:ext uri="{FF2B5EF4-FFF2-40B4-BE49-F238E27FC236}">
                <a16:creationId xmlns:a16="http://schemas.microsoft.com/office/drawing/2014/main" id="{94A1018A-6687-47CB-B7C3-90D9E891E912}"/>
              </a:ext>
            </a:extLst>
          </p:cNvPr>
          <p:cNvSpPr/>
          <p:nvPr/>
        </p:nvSpPr>
        <p:spPr>
          <a:xfrm>
            <a:off x="3257920" y="3058869"/>
            <a:ext cx="923985" cy="400209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endParaRPr sz="1000" b="1" i="0" dirty="0">
              <a:ln>
                <a:noFill/>
              </a:ln>
              <a:solidFill>
                <a:schemeClr val="lt1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</p:txBody>
      </p:sp>
      <p:sp>
        <p:nvSpPr>
          <p:cNvPr id="51" name="Google Shape;654;p41">
            <a:extLst>
              <a:ext uri="{FF2B5EF4-FFF2-40B4-BE49-F238E27FC236}">
                <a16:creationId xmlns:a16="http://schemas.microsoft.com/office/drawing/2014/main" id="{B06357A8-50A2-4CC3-B066-158356D0F782}"/>
              </a:ext>
            </a:extLst>
          </p:cNvPr>
          <p:cNvSpPr/>
          <p:nvPr/>
        </p:nvSpPr>
        <p:spPr>
          <a:xfrm>
            <a:off x="4328479" y="3065629"/>
            <a:ext cx="899367" cy="387229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endParaRPr sz="1000" b="1" i="0" dirty="0">
              <a:ln>
                <a:noFill/>
              </a:ln>
              <a:solidFill>
                <a:schemeClr val="lt1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</p:txBody>
      </p:sp>
      <p:sp>
        <p:nvSpPr>
          <p:cNvPr id="52" name="Google Shape;239;p17">
            <a:extLst>
              <a:ext uri="{FF2B5EF4-FFF2-40B4-BE49-F238E27FC236}">
                <a16:creationId xmlns:a16="http://schemas.microsoft.com/office/drawing/2014/main" id="{27AC4A89-C5CA-400C-8546-AB42C3A8A73C}"/>
              </a:ext>
            </a:extLst>
          </p:cNvPr>
          <p:cNvSpPr txBox="1">
            <a:spLocks/>
          </p:cNvSpPr>
          <p:nvPr/>
        </p:nvSpPr>
        <p:spPr>
          <a:xfrm>
            <a:off x="3552205" y="2111256"/>
            <a:ext cx="482237" cy="395859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rtl="1"/>
            <a:r>
              <a:rPr lang="fa-IR" sz="1800" b="1" dirty="0">
                <a:solidFill>
                  <a:schemeClr val="bg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0.27</a:t>
            </a:r>
          </a:p>
        </p:txBody>
      </p:sp>
      <p:sp>
        <p:nvSpPr>
          <p:cNvPr id="53" name="Google Shape;239;p17">
            <a:extLst>
              <a:ext uri="{FF2B5EF4-FFF2-40B4-BE49-F238E27FC236}">
                <a16:creationId xmlns:a16="http://schemas.microsoft.com/office/drawing/2014/main" id="{05AB1BEA-9768-4B1C-B248-B4E463494EC7}"/>
              </a:ext>
            </a:extLst>
          </p:cNvPr>
          <p:cNvSpPr txBox="1">
            <a:spLocks/>
          </p:cNvSpPr>
          <p:nvPr/>
        </p:nvSpPr>
        <p:spPr>
          <a:xfrm>
            <a:off x="4352193" y="2082653"/>
            <a:ext cx="723535" cy="395859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rtl="1"/>
            <a:r>
              <a:rPr lang="fa-IR" sz="1800" b="1" dirty="0">
                <a:solidFill>
                  <a:schemeClr val="bg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0.27</a:t>
            </a:r>
          </a:p>
        </p:txBody>
      </p:sp>
      <p:sp>
        <p:nvSpPr>
          <p:cNvPr id="54" name="Google Shape;239;p17">
            <a:extLst>
              <a:ext uri="{FF2B5EF4-FFF2-40B4-BE49-F238E27FC236}">
                <a16:creationId xmlns:a16="http://schemas.microsoft.com/office/drawing/2014/main" id="{BB0E5282-7901-45CD-AEEE-BECFA76D9CC9}"/>
              </a:ext>
            </a:extLst>
          </p:cNvPr>
          <p:cNvSpPr txBox="1">
            <a:spLocks/>
          </p:cNvSpPr>
          <p:nvPr/>
        </p:nvSpPr>
        <p:spPr>
          <a:xfrm>
            <a:off x="3207853" y="3118987"/>
            <a:ext cx="1034002" cy="395859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rtl="1"/>
            <a:r>
              <a:rPr lang="fa-IR" sz="1800" b="1" dirty="0">
                <a:solidFill>
                  <a:schemeClr val="bg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0.24</a:t>
            </a:r>
          </a:p>
        </p:txBody>
      </p:sp>
      <p:sp>
        <p:nvSpPr>
          <p:cNvPr id="56" name="Google Shape;239;p17">
            <a:extLst>
              <a:ext uri="{FF2B5EF4-FFF2-40B4-BE49-F238E27FC236}">
                <a16:creationId xmlns:a16="http://schemas.microsoft.com/office/drawing/2014/main" id="{8998C826-5AB6-4783-8E4E-B963D678D10A}"/>
              </a:ext>
            </a:extLst>
          </p:cNvPr>
          <p:cNvSpPr txBox="1">
            <a:spLocks/>
          </p:cNvSpPr>
          <p:nvPr/>
        </p:nvSpPr>
        <p:spPr>
          <a:xfrm>
            <a:off x="4373625" y="3105218"/>
            <a:ext cx="723535" cy="395859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rtl="1"/>
            <a:r>
              <a:rPr lang="fa-IR" sz="1800" b="1" dirty="0">
                <a:solidFill>
                  <a:schemeClr val="bg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0.38</a:t>
            </a:r>
          </a:p>
        </p:txBody>
      </p:sp>
      <p:sp>
        <p:nvSpPr>
          <p:cNvPr id="57" name="Google Shape;239;p17">
            <a:extLst>
              <a:ext uri="{FF2B5EF4-FFF2-40B4-BE49-F238E27FC236}">
                <a16:creationId xmlns:a16="http://schemas.microsoft.com/office/drawing/2014/main" id="{5ABF7BEE-1656-4CFD-BB5E-F84571EE3931}"/>
              </a:ext>
            </a:extLst>
          </p:cNvPr>
          <p:cNvSpPr txBox="1">
            <a:spLocks/>
          </p:cNvSpPr>
          <p:nvPr/>
        </p:nvSpPr>
        <p:spPr>
          <a:xfrm>
            <a:off x="4255641" y="3765225"/>
            <a:ext cx="1954226" cy="395859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 rtl="1"/>
            <a:r>
              <a:rPr lang="en-US" sz="1800" b="1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ElasticNet</a:t>
            </a:r>
            <a:endParaRPr lang="fa-IR" sz="1800" b="1" dirty="0">
              <a:solidFill>
                <a:schemeClr val="tx1">
                  <a:lumMod val="90000"/>
                  <a:lumOff val="10000"/>
                </a:schemeClr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</p:txBody>
      </p:sp>
      <p:sp>
        <p:nvSpPr>
          <p:cNvPr id="61" name="Google Shape;239;p17">
            <a:extLst>
              <a:ext uri="{FF2B5EF4-FFF2-40B4-BE49-F238E27FC236}">
                <a16:creationId xmlns:a16="http://schemas.microsoft.com/office/drawing/2014/main" id="{4600A5EC-2A9C-457C-AC18-2D2DC1B69A18}"/>
              </a:ext>
            </a:extLst>
          </p:cNvPr>
          <p:cNvSpPr txBox="1">
            <a:spLocks/>
          </p:cNvSpPr>
          <p:nvPr/>
        </p:nvSpPr>
        <p:spPr>
          <a:xfrm>
            <a:off x="2211348" y="3733869"/>
            <a:ext cx="1963482" cy="395859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rtl="1"/>
            <a:r>
              <a:rPr lang="en-US" sz="1800" b="1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TreeClassifier</a:t>
            </a:r>
            <a:endParaRPr lang="fa-IR" sz="1800" b="1" dirty="0">
              <a:solidFill>
                <a:schemeClr val="tx1">
                  <a:lumMod val="90000"/>
                  <a:lumOff val="10000"/>
                </a:schemeClr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</p:txBody>
      </p:sp>
      <p:sp>
        <p:nvSpPr>
          <p:cNvPr id="62" name="Google Shape;239;p17">
            <a:extLst>
              <a:ext uri="{FF2B5EF4-FFF2-40B4-BE49-F238E27FC236}">
                <a16:creationId xmlns:a16="http://schemas.microsoft.com/office/drawing/2014/main" id="{C6B9DDBB-4890-4933-9533-1757B925841C}"/>
              </a:ext>
            </a:extLst>
          </p:cNvPr>
          <p:cNvSpPr txBox="1">
            <a:spLocks/>
          </p:cNvSpPr>
          <p:nvPr/>
        </p:nvSpPr>
        <p:spPr>
          <a:xfrm>
            <a:off x="4283124" y="1524202"/>
            <a:ext cx="1889443" cy="395859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 rtl="1"/>
            <a:r>
              <a:rPr lang="en-US" sz="1800" b="1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XGBoost</a:t>
            </a:r>
            <a:endParaRPr lang="fa-IR" sz="1800" b="1" dirty="0">
              <a:solidFill>
                <a:schemeClr val="tx1">
                  <a:lumMod val="90000"/>
                  <a:lumOff val="10000"/>
                </a:schemeClr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</p:txBody>
      </p:sp>
      <p:sp>
        <p:nvSpPr>
          <p:cNvPr id="65" name="Google Shape;239;p17">
            <a:extLst>
              <a:ext uri="{FF2B5EF4-FFF2-40B4-BE49-F238E27FC236}">
                <a16:creationId xmlns:a16="http://schemas.microsoft.com/office/drawing/2014/main" id="{2AC4CCD9-435D-4D0B-AFF9-298AC7C7FFA0}"/>
              </a:ext>
            </a:extLst>
          </p:cNvPr>
          <p:cNvSpPr txBox="1">
            <a:spLocks/>
          </p:cNvSpPr>
          <p:nvPr/>
        </p:nvSpPr>
        <p:spPr>
          <a:xfrm>
            <a:off x="2206163" y="1518566"/>
            <a:ext cx="1932907" cy="395859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rtl="1"/>
            <a:r>
              <a:rPr lang="en-US" sz="20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LASSO</a:t>
            </a:r>
            <a:endParaRPr lang="fa-IR" sz="2000" b="1" dirty="0">
              <a:solidFill>
                <a:schemeClr val="tx1">
                  <a:lumMod val="90000"/>
                  <a:lumOff val="10000"/>
                </a:schemeClr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</p:txBody>
      </p:sp>
      <p:sp>
        <p:nvSpPr>
          <p:cNvPr id="58" name="Google Shape;239;p17">
            <a:extLst>
              <a:ext uri="{FF2B5EF4-FFF2-40B4-BE49-F238E27FC236}">
                <a16:creationId xmlns:a16="http://schemas.microsoft.com/office/drawing/2014/main" id="{85A71667-7E54-4A81-9F3F-7E99CEDD7F25}"/>
              </a:ext>
            </a:extLst>
          </p:cNvPr>
          <p:cNvSpPr txBox="1">
            <a:spLocks/>
          </p:cNvSpPr>
          <p:nvPr/>
        </p:nvSpPr>
        <p:spPr>
          <a:xfrm>
            <a:off x="1034533" y="366505"/>
            <a:ext cx="6010500" cy="39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 rtl="1"/>
            <a:r>
              <a:rPr lang="fa-IR" sz="2400" b="1" dirty="0">
                <a:solidFill>
                  <a:schemeClr val="accent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ارزیابی نتایج</a:t>
            </a:r>
          </a:p>
        </p:txBody>
      </p:sp>
      <p:sp>
        <p:nvSpPr>
          <p:cNvPr id="60" name="Google Shape;239;p17">
            <a:extLst>
              <a:ext uri="{FF2B5EF4-FFF2-40B4-BE49-F238E27FC236}">
                <a16:creationId xmlns:a16="http://schemas.microsoft.com/office/drawing/2014/main" id="{C1157865-4B14-4EE0-A5EF-367B16C1445B}"/>
              </a:ext>
            </a:extLst>
          </p:cNvPr>
          <p:cNvSpPr txBox="1">
            <a:spLocks/>
          </p:cNvSpPr>
          <p:nvPr/>
        </p:nvSpPr>
        <p:spPr>
          <a:xfrm>
            <a:off x="1354698" y="897097"/>
            <a:ext cx="5317258" cy="395859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 rtl="1"/>
            <a:r>
              <a:rPr lang="fa-IR" sz="16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مقایسه‌ی </a:t>
            </a:r>
            <a:r>
              <a:rPr lang="en-US" sz="16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F1 Score</a:t>
            </a:r>
            <a:r>
              <a:rPr lang="fa-IR" sz="16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الگوریتم‌های انتخاب ویژگی</a:t>
            </a:r>
          </a:p>
        </p:txBody>
      </p:sp>
    </p:spTree>
    <p:extLst>
      <p:ext uri="{BB962C8B-B14F-4D97-AF65-F5344CB8AC3E}">
        <p14:creationId xmlns:p14="http://schemas.microsoft.com/office/powerpoint/2010/main" val="1725413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0" name="Google Shape;440;p30"/>
          <p:cNvCxnSpPr/>
          <p:nvPr/>
        </p:nvCxnSpPr>
        <p:spPr>
          <a:xfrm>
            <a:off x="1357158" y="1628848"/>
            <a:ext cx="5029200" cy="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1" name="Google Shape;441;p30"/>
          <p:cNvCxnSpPr/>
          <p:nvPr/>
        </p:nvCxnSpPr>
        <p:spPr>
          <a:xfrm>
            <a:off x="1357158" y="2338330"/>
            <a:ext cx="5029200" cy="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2" name="Google Shape;442;p30"/>
          <p:cNvCxnSpPr/>
          <p:nvPr/>
        </p:nvCxnSpPr>
        <p:spPr>
          <a:xfrm>
            <a:off x="1357158" y="3047811"/>
            <a:ext cx="5029200" cy="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3" name="Google Shape;443;p30"/>
          <p:cNvCxnSpPr>
            <a:cxnSpLocks/>
          </p:cNvCxnSpPr>
          <p:nvPr/>
        </p:nvCxnSpPr>
        <p:spPr>
          <a:xfrm>
            <a:off x="1357158" y="3757293"/>
            <a:ext cx="5027386" cy="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4" name="Google Shape;444;p30"/>
          <p:cNvCxnSpPr>
            <a:cxnSpLocks/>
          </p:cNvCxnSpPr>
          <p:nvPr/>
        </p:nvCxnSpPr>
        <p:spPr>
          <a:xfrm flipV="1">
            <a:off x="1357158" y="4484207"/>
            <a:ext cx="5029200" cy="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45" name="Google Shape;445;p30"/>
          <p:cNvSpPr txBox="1"/>
          <p:nvPr/>
        </p:nvSpPr>
        <p:spPr>
          <a:xfrm>
            <a:off x="1357158" y="1470097"/>
            <a:ext cx="364500" cy="303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rPr>
              <a:t>80%</a:t>
            </a:r>
            <a:endParaRPr sz="1000" dirty="0">
              <a:solidFill>
                <a:schemeClr val="dk2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rPr>
              <a:t>60%</a:t>
            </a:r>
            <a:endParaRPr sz="1000" dirty="0">
              <a:solidFill>
                <a:schemeClr val="dk2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rPr>
              <a:t>40%</a:t>
            </a:r>
            <a:endParaRPr sz="1000" dirty="0">
              <a:solidFill>
                <a:schemeClr val="dk2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rPr>
              <a:t>20%</a:t>
            </a:r>
            <a:endParaRPr sz="1000" dirty="0">
              <a:solidFill>
                <a:schemeClr val="dk2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4400"/>
              </a:spcBef>
              <a:spcAft>
                <a:spcPts val="4400"/>
              </a:spcAft>
              <a:buNone/>
            </a:pPr>
            <a:r>
              <a:rPr lang="en" sz="1000" dirty="0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rPr>
              <a:t>0</a:t>
            </a:r>
            <a:endParaRPr sz="1000" dirty="0">
              <a:solidFill>
                <a:schemeClr val="dk2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446" name="Google Shape;446;p30"/>
          <p:cNvSpPr/>
          <p:nvPr/>
        </p:nvSpPr>
        <p:spPr>
          <a:xfrm flipH="1">
            <a:off x="1945177" y="2355743"/>
            <a:ext cx="160343" cy="21421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48" name="Google Shape;448;p30"/>
          <p:cNvSpPr/>
          <p:nvPr/>
        </p:nvSpPr>
        <p:spPr>
          <a:xfrm>
            <a:off x="2213339" y="2166536"/>
            <a:ext cx="160343" cy="232745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49" name="Google Shape;449;p30"/>
          <p:cNvSpPr/>
          <p:nvPr/>
        </p:nvSpPr>
        <p:spPr>
          <a:xfrm>
            <a:off x="3948899" y="2513063"/>
            <a:ext cx="160343" cy="197367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0" name="Google Shape;450;p30"/>
          <p:cNvSpPr/>
          <p:nvPr/>
        </p:nvSpPr>
        <p:spPr>
          <a:xfrm>
            <a:off x="4203898" y="2687058"/>
            <a:ext cx="160343" cy="17946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1" name="Google Shape;451;p30"/>
          <p:cNvSpPr/>
          <p:nvPr/>
        </p:nvSpPr>
        <p:spPr>
          <a:xfrm>
            <a:off x="3682413" y="3742011"/>
            <a:ext cx="160343" cy="74020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2" name="Google Shape;452;p30"/>
          <p:cNvSpPr/>
          <p:nvPr/>
        </p:nvSpPr>
        <p:spPr>
          <a:xfrm>
            <a:off x="5452265" y="4208346"/>
            <a:ext cx="160343" cy="28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3" name="Google Shape;453;p30"/>
          <p:cNvSpPr/>
          <p:nvPr/>
        </p:nvSpPr>
        <p:spPr>
          <a:xfrm>
            <a:off x="5715876" y="3914042"/>
            <a:ext cx="160343" cy="57466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4" name="Google Shape;454;p30"/>
          <p:cNvSpPr/>
          <p:nvPr/>
        </p:nvSpPr>
        <p:spPr>
          <a:xfrm>
            <a:off x="5200323" y="3757359"/>
            <a:ext cx="160343" cy="73156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934C04B-7ACE-4489-BD9E-61106199F60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ar-BH" dirty="0">
                <a:latin typeface="Vazir" panose="020B0603030804020204" pitchFamily="34" charset="-78"/>
                <a:cs typeface="Vazir" panose="020B0603030804020204" pitchFamily="34" charset="-78"/>
              </a:rPr>
              <a:t>سحر سرکار - تحلیل ویژگی‌های رادیومیکس برای تشخیص عفونت در ریه - شهریور </a:t>
            </a:r>
            <a:r>
              <a:rPr lang="ar-BH" dirty="0">
                <a:latin typeface="Vazir FD-WOL" panose="020B0603030804020204" pitchFamily="34" charset="-78"/>
                <a:cs typeface="Vazir FD-WOL" panose="020B0603030804020204" pitchFamily="34" charset="-78"/>
              </a:rPr>
              <a:t>1400</a:t>
            </a:r>
            <a:endParaRPr lang="en-US" dirty="0">
              <a:latin typeface="Vazir FD-WOL" panose="020B0603030804020204" pitchFamily="34" charset="-78"/>
              <a:cs typeface="Vazir FD-WOL" panose="020B0603030804020204" pitchFamily="34" charset="-78"/>
            </a:endParaRPr>
          </a:p>
        </p:txBody>
      </p:sp>
      <p:sp>
        <p:nvSpPr>
          <p:cNvPr id="65" name="Google Shape;448;p30">
            <a:extLst>
              <a:ext uri="{FF2B5EF4-FFF2-40B4-BE49-F238E27FC236}">
                <a16:creationId xmlns:a16="http://schemas.microsoft.com/office/drawing/2014/main" id="{70E4006D-E626-452D-9248-3230BA160932}"/>
              </a:ext>
            </a:extLst>
          </p:cNvPr>
          <p:cNvSpPr/>
          <p:nvPr/>
        </p:nvSpPr>
        <p:spPr>
          <a:xfrm>
            <a:off x="2471871" y="2880343"/>
            <a:ext cx="160343" cy="161752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latin typeface="Vazir" panose="020B0603030804020204" pitchFamily="34" charset="-78"/>
              <a:cs typeface="Vazir" panose="020B0603030804020204" pitchFamily="34" charset="-78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51793B3-C57D-4F07-A277-CA8F7C2FD0CE}"/>
              </a:ext>
            </a:extLst>
          </p:cNvPr>
          <p:cNvGrpSpPr/>
          <p:nvPr/>
        </p:nvGrpSpPr>
        <p:grpSpPr>
          <a:xfrm>
            <a:off x="386168" y="3856468"/>
            <a:ext cx="554323" cy="601393"/>
            <a:chOff x="251660" y="2846656"/>
            <a:chExt cx="554323" cy="601393"/>
          </a:xfrm>
        </p:grpSpPr>
        <p:sp>
          <p:nvSpPr>
            <p:cNvPr id="79" name="Google Shape;548;p38">
              <a:extLst>
                <a:ext uri="{FF2B5EF4-FFF2-40B4-BE49-F238E27FC236}">
                  <a16:creationId xmlns:a16="http://schemas.microsoft.com/office/drawing/2014/main" id="{4149910D-6627-4122-936B-D95C65E81558}"/>
                </a:ext>
              </a:extLst>
            </p:cNvPr>
            <p:cNvSpPr/>
            <p:nvPr/>
          </p:nvSpPr>
          <p:spPr>
            <a:xfrm rot="16200000">
              <a:off x="438258" y="2660068"/>
              <a:ext cx="180977" cy="554154"/>
            </a:xfrm>
            <a:prstGeom prst="homePlate">
              <a:avLst>
                <a:gd name="adj" fmla="val 0"/>
              </a:avLst>
            </a:prstGeom>
            <a:solidFill>
              <a:schemeClr val="accent4"/>
            </a:solidFill>
            <a:ln>
              <a:noFill/>
            </a:ln>
            <a:effectLst>
              <a:outerShdw blurRad="28575" dist="9525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vert="vert" wrap="square" lIns="27430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700" dirty="0">
                <a:solidFill>
                  <a:schemeClr val="lt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700" dirty="0">
                <a:solidFill>
                  <a:schemeClr val="lt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00" dirty="0" err="1">
                  <a:solidFill>
                    <a:schemeClr val="lt1"/>
                  </a:solidFill>
                  <a:latin typeface="Vazir" panose="020B0603030804020204" pitchFamily="34" charset="-78"/>
                  <a:ea typeface="Catamaran"/>
                  <a:cs typeface="Vazir" panose="020B0603030804020204" pitchFamily="34" charset="-78"/>
                  <a:sym typeface="Catamaran"/>
                </a:rPr>
                <a:t>XGBoost</a:t>
              </a:r>
              <a:endParaRPr sz="700" dirty="0">
                <a:solidFill>
                  <a:schemeClr val="lt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endParaRPr>
            </a:p>
          </p:txBody>
        </p:sp>
        <p:sp>
          <p:nvSpPr>
            <p:cNvPr id="80" name="Google Shape;551;p38">
              <a:extLst>
                <a:ext uri="{FF2B5EF4-FFF2-40B4-BE49-F238E27FC236}">
                  <a16:creationId xmlns:a16="http://schemas.microsoft.com/office/drawing/2014/main" id="{F4DB4185-BC10-498E-B765-BEEDACF23E77}"/>
                </a:ext>
              </a:extLst>
            </p:cNvPr>
            <p:cNvSpPr/>
            <p:nvPr/>
          </p:nvSpPr>
          <p:spPr>
            <a:xfrm rot="16200000">
              <a:off x="438419" y="2768761"/>
              <a:ext cx="180976" cy="554153"/>
            </a:xfrm>
            <a:prstGeom prst="homePlate">
              <a:avLst>
                <a:gd name="adj" fmla="val 892"/>
              </a:avLst>
            </a:prstGeom>
            <a:solidFill>
              <a:schemeClr val="accent3"/>
            </a:solidFill>
            <a:ln>
              <a:noFill/>
            </a:ln>
            <a:effectLst>
              <a:outerShdw blurRad="28575" dist="9525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vert="vert" wrap="square" lIns="27430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700" dirty="0">
                <a:solidFill>
                  <a:schemeClr val="lt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700" dirty="0">
                <a:solidFill>
                  <a:schemeClr val="lt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700" dirty="0">
                <a:solidFill>
                  <a:schemeClr val="lt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00" dirty="0" err="1">
                  <a:solidFill>
                    <a:schemeClr val="lt1"/>
                  </a:solidFill>
                  <a:latin typeface="Vazir" panose="020B0603030804020204" pitchFamily="34" charset="-78"/>
                  <a:ea typeface="Catamaran"/>
                  <a:cs typeface="Vazir" panose="020B0603030804020204" pitchFamily="34" charset="-78"/>
                  <a:sym typeface="Catamaran"/>
                </a:rPr>
                <a:t>ElasticNet</a:t>
              </a:r>
              <a:endParaRPr sz="700" dirty="0">
                <a:solidFill>
                  <a:schemeClr val="lt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endParaRPr>
            </a:p>
          </p:txBody>
        </p:sp>
        <p:sp>
          <p:nvSpPr>
            <p:cNvPr id="81" name="Google Shape;554;p38">
              <a:extLst>
                <a:ext uri="{FF2B5EF4-FFF2-40B4-BE49-F238E27FC236}">
                  <a16:creationId xmlns:a16="http://schemas.microsoft.com/office/drawing/2014/main" id="{1CA60036-E2D0-4388-AB9F-42128416A398}"/>
                </a:ext>
              </a:extLst>
            </p:cNvPr>
            <p:cNvSpPr/>
            <p:nvPr/>
          </p:nvSpPr>
          <p:spPr>
            <a:xfrm rot="16200000">
              <a:off x="404455" y="2959972"/>
              <a:ext cx="248565" cy="554155"/>
            </a:xfrm>
            <a:prstGeom prst="homePlate">
              <a:avLst>
                <a:gd name="adj" fmla="val 892"/>
              </a:avLst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  <a:effectLst>
              <a:outerShdw blurRad="28575" dist="9525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vert="vert" wrap="square" lIns="27430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700" dirty="0">
                <a:solidFill>
                  <a:schemeClr val="lt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700" dirty="0">
                <a:solidFill>
                  <a:schemeClr val="lt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00" dirty="0" err="1">
                  <a:solidFill>
                    <a:schemeClr val="lt1"/>
                  </a:solidFill>
                  <a:latin typeface="Vazir" panose="020B0603030804020204" pitchFamily="34" charset="-78"/>
                  <a:ea typeface="Catamaran"/>
                  <a:cs typeface="Vazir" panose="020B0603030804020204" pitchFamily="34" charset="-78"/>
                  <a:sym typeface="Catamaran"/>
                </a:rPr>
                <a:t>TreeClassifier</a:t>
              </a:r>
              <a:endParaRPr sz="700" dirty="0">
                <a:solidFill>
                  <a:schemeClr val="lt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endParaRPr>
            </a:p>
          </p:txBody>
        </p:sp>
        <p:sp>
          <p:nvSpPr>
            <p:cNvPr id="82" name="Google Shape;557;p38">
              <a:extLst>
                <a:ext uri="{FF2B5EF4-FFF2-40B4-BE49-F238E27FC236}">
                  <a16:creationId xmlns:a16="http://schemas.microsoft.com/office/drawing/2014/main" id="{602142EC-2642-4882-927E-6031FA03046F}"/>
                </a:ext>
              </a:extLst>
            </p:cNvPr>
            <p:cNvSpPr/>
            <p:nvPr/>
          </p:nvSpPr>
          <p:spPr>
            <a:xfrm rot="16200000">
              <a:off x="438253" y="3080483"/>
              <a:ext cx="180974" cy="554157"/>
            </a:xfrm>
            <a:prstGeom prst="homePlate">
              <a:avLst>
                <a:gd name="adj" fmla="val 0"/>
              </a:avLst>
            </a:prstGeom>
            <a:solidFill>
              <a:schemeClr val="accent1"/>
            </a:solidFill>
            <a:ln>
              <a:noFill/>
            </a:ln>
            <a:effectLst>
              <a:outerShdw blurRad="28575" dist="9525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vert="vert" wrap="square" lIns="27430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700" dirty="0">
                <a:solidFill>
                  <a:schemeClr val="lt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700" dirty="0">
                <a:solidFill>
                  <a:schemeClr val="lt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700" dirty="0">
                <a:solidFill>
                  <a:schemeClr val="lt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00" dirty="0">
                  <a:solidFill>
                    <a:schemeClr val="lt1"/>
                  </a:solidFill>
                  <a:latin typeface="Vazir" panose="020B0603030804020204" pitchFamily="34" charset="-78"/>
                  <a:ea typeface="Catamaran"/>
                  <a:cs typeface="Vazir" panose="020B0603030804020204" pitchFamily="34" charset="-78"/>
                  <a:sym typeface="Catamaran"/>
                </a:rPr>
                <a:t>LASSO</a:t>
              </a:r>
              <a:endParaRPr lang="fa-IR" sz="700" dirty="0">
                <a:solidFill>
                  <a:schemeClr val="lt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endParaRPr>
            </a:p>
          </p:txBody>
        </p:sp>
      </p:grpSp>
      <p:sp>
        <p:nvSpPr>
          <p:cNvPr id="87" name="Google Shape;239;p17">
            <a:extLst>
              <a:ext uri="{FF2B5EF4-FFF2-40B4-BE49-F238E27FC236}">
                <a16:creationId xmlns:a16="http://schemas.microsoft.com/office/drawing/2014/main" id="{38A6643C-BE14-43B7-BA74-BDDCA697122D}"/>
              </a:ext>
            </a:extLst>
          </p:cNvPr>
          <p:cNvSpPr txBox="1">
            <a:spLocks/>
          </p:cNvSpPr>
          <p:nvPr/>
        </p:nvSpPr>
        <p:spPr>
          <a:xfrm>
            <a:off x="3557111" y="4596994"/>
            <a:ext cx="908798" cy="208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>
            <a:pPr algn="ctr" rtl="1"/>
            <a:r>
              <a:rPr lang="en-US" sz="120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ElasticNet</a:t>
            </a:r>
            <a:endParaRPr lang="fa-IR" sz="1200" dirty="0">
              <a:solidFill>
                <a:schemeClr val="tx1">
                  <a:lumMod val="90000"/>
                  <a:lumOff val="10000"/>
                </a:schemeClr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</p:txBody>
      </p:sp>
      <p:sp>
        <p:nvSpPr>
          <p:cNvPr id="88" name="Google Shape;239;p17">
            <a:extLst>
              <a:ext uri="{FF2B5EF4-FFF2-40B4-BE49-F238E27FC236}">
                <a16:creationId xmlns:a16="http://schemas.microsoft.com/office/drawing/2014/main" id="{35BDFA2F-F94C-46F6-B6CC-4ED55726E541}"/>
              </a:ext>
            </a:extLst>
          </p:cNvPr>
          <p:cNvSpPr txBox="1">
            <a:spLocks/>
          </p:cNvSpPr>
          <p:nvPr/>
        </p:nvSpPr>
        <p:spPr>
          <a:xfrm>
            <a:off x="5112662" y="4596994"/>
            <a:ext cx="908798" cy="208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>
            <a:pPr algn="ctr" rtl="1"/>
            <a:r>
              <a:rPr lang="en-US" sz="1200" dirty="0">
                <a:solidFill>
                  <a:schemeClr val="tx1">
                    <a:lumMod val="90000"/>
                    <a:lumOff val="10000"/>
                  </a:schemeClr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LASSO</a:t>
            </a:r>
            <a:endParaRPr lang="fa-IR" sz="1200" dirty="0">
              <a:solidFill>
                <a:schemeClr val="tx1">
                  <a:lumMod val="90000"/>
                  <a:lumOff val="10000"/>
                </a:schemeClr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</p:txBody>
      </p:sp>
      <p:sp>
        <p:nvSpPr>
          <p:cNvPr id="89" name="Google Shape;239;p17">
            <a:extLst>
              <a:ext uri="{FF2B5EF4-FFF2-40B4-BE49-F238E27FC236}">
                <a16:creationId xmlns:a16="http://schemas.microsoft.com/office/drawing/2014/main" id="{AF0569A3-09C5-431B-8017-2C6E1EE7CC83}"/>
              </a:ext>
            </a:extLst>
          </p:cNvPr>
          <p:cNvSpPr txBox="1">
            <a:spLocks/>
          </p:cNvSpPr>
          <p:nvPr/>
        </p:nvSpPr>
        <p:spPr>
          <a:xfrm>
            <a:off x="1749611" y="4581092"/>
            <a:ext cx="908798" cy="208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>
            <a:pPr algn="ctr" rtl="1"/>
            <a:r>
              <a:rPr lang="en-US" sz="120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XGboost</a:t>
            </a:r>
            <a:endParaRPr lang="fa-IR" sz="1200" dirty="0">
              <a:solidFill>
                <a:schemeClr val="tx1">
                  <a:lumMod val="90000"/>
                  <a:lumOff val="10000"/>
                </a:schemeClr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</p:txBody>
      </p: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A96A99F9-1F1B-41D9-99C2-46919605C668}"/>
              </a:ext>
            </a:extLst>
          </p:cNvPr>
          <p:cNvGrpSpPr/>
          <p:nvPr/>
        </p:nvGrpSpPr>
        <p:grpSpPr>
          <a:xfrm rot="16200000">
            <a:off x="4892224" y="1966620"/>
            <a:ext cx="6152709" cy="886850"/>
            <a:chOff x="0" y="2536120"/>
            <a:chExt cx="9144000" cy="1011043"/>
          </a:xfrm>
        </p:grpSpPr>
        <p:sp>
          <p:nvSpPr>
            <p:cNvPr id="120" name="Google Shape;594;p39">
              <a:extLst>
                <a:ext uri="{FF2B5EF4-FFF2-40B4-BE49-F238E27FC236}">
                  <a16:creationId xmlns:a16="http://schemas.microsoft.com/office/drawing/2014/main" id="{DF8B121F-BA4C-43D3-9FF5-37AE338CED10}"/>
                </a:ext>
              </a:extLst>
            </p:cNvPr>
            <p:cNvSpPr/>
            <p:nvPr/>
          </p:nvSpPr>
          <p:spPr>
            <a:xfrm>
              <a:off x="0" y="2536120"/>
              <a:ext cx="9144000" cy="1011043"/>
            </a:xfrm>
            <a:custGeom>
              <a:avLst/>
              <a:gdLst/>
              <a:ahLst/>
              <a:cxnLst/>
              <a:rect l="l" t="t" r="r" b="b"/>
              <a:pathLst>
                <a:path w="12192000" h="1348058" extrusionOk="0">
                  <a:moveTo>
                    <a:pt x="12192000" y="0"/>
                  </a:moveTo>
                  <a:lnTo>
                    <a:pt x="10837333" y="0"/>
                  </a:lnTo>
                  <a:cubicBezTo>
                    <a:pt x="10463295" y="0"/>
                    <a:pt x="10160000" y="301773"/>
                    <a:pt x="10160000" y="674029"/>
                  </a:cubicBezTo>
                  <a:lnTo>
                    <a:pt x="10160000" y="674029"/>
                  </a:lnTo>
                  <a:cubicBezTo>
                    <a:pt x="10160000" y="1046281"/>
                    <a:pt x="9856705" y="1348059"/>
                    <a:pt x="9482667" y="1348059"/>
                  </a:cubicBezTo>
                  <a:lnTo>
                    <a:pt x="9482667" y="1348059"/>
                  </a:lnTo>
                  <a:cubicBezTo>
                    <a:pt x="9108581" y="1348059"/>
                    <a:pt x="8805333" y="1046281"/>
                    <a:pt x="8805333" y="674029"/>
                  </a:cubicBezTo>
                  <a:lnTo>
                    <a:pt x="8805333" y="674029"/>
                  </a:lnTo>
                  <a:cubicBezTo>
                    <a:pt x="8805333" y="301773"/>
                    <a:pt x="8502086" y="0"/>
                    <a:pt x="8128000" y="0"/>
                  </a:cubicBezTo>
                  <a:lnTo>
                    <a:pt x="8128000" y="0"/>
                  </a:lnTo>
                  <a:cubicBezTo>
                    <a:pt x="7753915" y="0"/>
                    <a:pt x="7450667" y="301773"/>
                    <a:pt x="7450667" y="674029"/>
                  </a:cubicBezTo>
                  <a:lnTo>
                    <a:pt x="7450667" y="674029"/>
                  </a:lnTo>
                  <a:cubicBezTo>
                    <a:pt x="7450667" y="1046281"/>
                    <a:pt x="7147419" y="1348059"/>
                    <a:pt x="6773334" y="1348059"/>
                  </a:cubicBezTo>
                  <a:lnTo>
                    <a:pt x="6773334" y="1348059"/>
                  </a:lnTo>
                  <a:cubicBezTo>
                    <a:pt x="6399248" y="1348059"/>
                    <a:pt x="6096000" y="1046281"/>
                    <a:pt x="6096000" y="674029"/>
                  </a:cubicBezTo>
                  <a:lnTo>
                    <a:pt x="6096000" y="674029"/>
                  </a:lnTo>
                  <a:cubicBezTo>
                    <a:pt x="6096000" y="301773"/>
                    <a:pt x="5792753" y="0"/>
                    <a:pt x="5418667" y="0"/>
                  </a:cubicBezTo>
                  <a:lnTo>
                    <a:pt x="5418667" y="0"/>
                  </a:lnTo>
                  <a:cubicBezTo>
                    <a:pt x="5044581" y="0"/>
                    <a:pt x="4741334" y="301773"/>
                    <a:pt x="4741334" y="674029"/>
                  </a:cubicBezTo>
                  <a:lnTo>
                    <a:pt x="4741334" y="674029"/>
                  </a:lnTo>
                  <a:cubicBezTo>
                    <a:pt x="4741334" y="1046281"/>
                    <a:pt x="4438076" y="1348059"/>
                    <a:pt x="4064000" y="1348059"/>
                  </a:cubicBezTo>
                  <a:lnTo>
                    <a:pt x="4064000" y="1348059"/>
                  </a:lnTo>
                  <a:cubicBezTo>
                    <a:pt x="3689924" y="1348059"/>
                    <a:pt x="3386667" y="1046281"/>
                    <a:pt x="3386667" y="674029"/>
                  </a:cubicBezTo>
                  <a:lnTo>
                    <a:pt x="3386667" y="674029"/>
                  </a:lnTo>
                  <a:cubicBezTo>
                    <a:pt x="3386667" y="301773"/>
                    <a:pt x="3083410" y="0"/>
                    <a:pt x="2709333" y="0"/>
                  </a:cubicBezTo>
                  <a:lnTo>
                    <a:pt x="2709333" y="0"/>
                  </a:lnTo>
                  <a:cubicBezTo>
                    <a:pt x="2335257" y="0"/>
                    <a:pt x="2032000" y="301773"/>
                    <a:pt x="2032000" y="674029"/>
                  </a:cubicBezTo>
                  <a:lnTo>
                    <a:pt x="2032000" y="674029"/>
                  </a:lnTo>
                  <a:cubicBezTo>
                    <a:pt x="2032000" y="1046281"/>
                    <a:pt x="1728743" y="1348059"/>
                    <a:pt x="1354667" y="1348059"/>
                  </a:cubicBezTo>
                  <a:lnTo>
                    <a:pt x="0" y="1348059"/>
                  </a:lnTo>
                </a:path>
              </a:pathLst>
            </a:custGeom>
            <a:noFill/>
            <a:ln w="228600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Vazir" panose="020B0603030804020204" pitchFamily="34" charset="-78"/>
                <a:ea typeface="Calibri"/>
                <a:cs typeface="Vazir" panose="020B0603030804020204" pitchFamily="34" charset="-78"/>
                <a:sym typeface="Calibri"/>
              </a:endParaRPr>
            </a:p>
          </p:txBody>
        </p:sp>
        <p:sp>
          <p:nvSpPr>
            <p:cNvPr id="121" name="Google Shape;595;p39">
              <a:extLst>
                <a:ext uri="{FF2B5EF4-FFF2-40B4-BE49-F238E27FC236}">
                  <a16:creationId xmlns:a16="http://schemas.microsoft.com/office/drawing/2014/main" id="{CC6F5821-7388-43B3-A732-A1407312955B}"/>
                </a:ext>
              </a:extLst>
            </p:cNvPr>
            <p:cNvSpPr/>
            <p:nvPr/>
          </p:nvSpPr>
          <p:spPr>
            <a:xfrm>
              <a:off x="0" y="2536120"/>
              <a:ext cx="9144000" cy="1011043"/>
            </a:xfrm>
            <a:custGeom>
              <a:avLst/>
              <a:gdLst/>
              <a:ahLst/>
              <a:cxnLst/>
              <a:rect l="l" t="t" r="r" b="b"/>
              <a:pathLst>
                <a:path w="12192000" h="1348058" extrusionOk="0">
                  <a:moveTo>
                    <a:pt x="12192000" y="0"/>
                  </a:moveTo>
                  <a:lnTo>
                    <a:pt x="10837333" y="0"/>
                  </a:lnTo>
                  <a:cubicBezTo>
                    <a:pt x="10463295" y="0"/>
                    <a:pt x="10160000" y="301773"/>
                    <a:pt x="10160000" y="674029"/>
                  </a:cubicBezTo>
                  <a:lnTo>
                    <a:pt x="10160000" y="674029"/>
                  </a:lnTo>
                  <a:cubicBezTo>
                    <a:pt x="10160000" y="1046281"/>
                    <a:pt x="9856705" y="1348059"/>
                    <a:pt x="9482667" y="1348059"/>
                  </a:cubicBezTo>
                  <a:lnTo>
                    <a:pt x="9482667" y="1348059"/>
                  </a:lnTo>
                  <a:cubicBezTo>
                    <a:pt x="9108581" y="1348059"/>
                    <a:pt x="8805333" y="1046281"/>
                    <a:pt x="8805333" y="674029"/>
                  </a:cubicBezTo>
                  <a:lnTo>
                    <a:pt x="8805333" y="674029"/>
                  </a:lnTo>
                  <a:cubicBezTo>
                    <a:pt x="8805333" y="301773"/>
                    <a:pt x="8502086" y="0"/>
                    <a:pt x="8128000" y="0"/>
                  </a:cubicBezTo>
                  <a:lnTo>
                    <a:pt x="8128000" y="0"/>
                  </a:lnTo>
                  <a:cubicBezTo>
                    <a:pt x="7753915" y="0"/>
                    <a:pt x="7450667" y="301773"/>
                    <a:pt x="7450667" y="674029"/>
                  </a:cubicBezTo>
                  <a:lnTo>
                    <a:pt x="7450667" y="674029"/>
                  </a:lnTo>
                  <a:cubicBezTo>
                    <a:pt x="7450667" y="1046281"/>
                    <a:pt x="7147419" y="1348059"/>
                    <a:pt x="6773334" y="1348059"/>
                  </a:cubicBezTo>
                  <a:lnTo>
                    <a:pt x="6773334" y="1348059"/>
                  </a:lnTo>
                  <a:cubicBezTo>
                    <a:pt x="6399248" y="1348059"/>
                    <a:pt x="6096000" y="1046281"/>
                    <a:pt x="6096000" y="674029"/>
                  </a:cubicBezTo>
                  <a:lnTo>
                    <a:pt x="6096000" y="674029"/>
                  </a:lnTo>
                  <a:cubicBezTo>
                    <a:pt x="6096000" y="301773"/>
                    <a:pt x="5792753" y="0"/>
                    <a:pt x="5418667" y="0"/>
                  </a:cubicBezTo>
                  <a:lnTo>
                    <a:pt x="5418667" y="0"/>
                  </a:lnTo>
                  <a:cubicBezTo>
                    <a:pt x="5044581" y="0"/>
                    <a:pt x="4741334" y="301773"/>
                    <a:pt x="4741334" y="674029"/>
                  </a:cubicBezTo>
                  <a:lnTo>
                    <a:pt x="4741334" y="674029"/>
                  </a:lnTo>
                  <a:cubicBezTo>
                    <a:pt x="4741334" y="1046281"/>
                    <a:pt x="4438076" y="1348059"/>
                    <a:pt x="4064000" y="1348059"/>
                  </a:cubicBezTo>
                  <a:lnTo>
                    <a:pt x="4064000" y="1348059"/>
                  </a:lnTo>
                  <a:cubicBezTo>
                    <a:pt x="3689924" y="1348059"/>
                    <a:pt x="3386667" y="1046281"/>
                    <a:pt x="3386667" y="674029"/>
                  </a:cubicBezTo>
                  <a:lnTo>
                    <a:pt x="3386667" y="674029"/>
                  </a:lnTo>
                  <a:cubicBezTo>
                    <a:pt x="3386667" y="301773"/>
                    <a:pt x="3083410" y="0"/>
                    <a:pt x="2709333" y="0"/>
                  </a:cubicBezTo>
                  <a:lnTo>
                    <a:pt x="2709333" y="0"/>
                  </a:lnTo>
                  <a:cubicBezTo>
                    <a:pt x="2335257" y="0"/>
                    <a:pt x="2032000" y="301773"/>
                    <a:pt x="2032000" y="674029"/>
                  </a:cubicBezTo>
                  <a:lnTo>
                    <a:pt x="2032000" y="674029"/>
                  </a:lnTo>
                  <a:cubicBezTo>
                    <a:pt x="2032000" y="1046281"/>
                    <a:pt x="1728743" y="1348059"/>
                    <a:pt x="1354667" y="1348059"/>
                  </a:cubicBezTo>
                  <a:lnTo>
                    <a:pt x="0" y="1348059"/>
                  </a:lnTo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dash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Vazir" panose="020B0603030804020204" pitchFamily="34" charset="-78"/>
                <a:ea typeface="Calibri"/>
                <a:cs typeface="Vazir" panose="020B0603030804020204" pitchFamily="34" charset="-78"/>
                <a:sym typeface="Calibri"/>
              </a:endParaRPr>
            </a:p>
          </p:txBody>
        </p:sp>
      </p:grpSp>
      <p:sp>
        <p:nvSpPr>
          <p:cNvPr id="122" name="Google Shape;616;p39">
            <a:extLst>
              <a:ext uri="{FF2B5EF4-FFF2-40B4-BE49-F238E27FC236}">
                <a16:creationId xmlns:a16="http://schemas.microsoft.com/office/drawing/2014/main" id="{A15815E6-85F9-41D2-8455-26FDA56B0C51}"/>
              </a:ext>
            </a:extLst>
          </p:cNvPr>
          <p:cNvSpPr txBox="1"/>
          <p:nvPr/>
        </p:nvSpPr>
        <p:spPr>
          <a:xfrm>
            <a:off x="8372054" y="2255511"/>
            <a:ext cx="727517" cy="194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900" dirty="0">
                <a:solidFill>
                  <a:schemeClr val="dk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rPr>
              <a:t>روش پیشنهادی</a:t>
            </a:r>
            <a:endParaRPr sz="900" dirty="0">
              <a:solidFill>
                <a:schemeClr val="dk1"/>
              </a:solidFill>
              <a:latin typeface="Vazir" panose="020B0603030804020204" pitchFamily="34" charset="-78"/>
              <a:ea typeface="Catamaran"/>
              <a:cs typeface="Vazir" panose="020B0603030804020204" pitchFamily="34" charset="-78"/>
              <a:sym typeface="Catamaran"/>
            </a:endParaRPr>
          </a:p>
        </p:txBody>
      </p: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3B733A08-166F-45F6-916F-33906B62D398}"/>
              </a:ext>
            </a:extLst>
          </p:cNvPr>
          <p:cNvGrpSpPr/>
          <p:nvPr/>
        </p:nvGrpSpPr>
        <p:grpSpPr>
          <a:xfrm>
            <a:off x="6958941" y="1229022"/>
            <a:ext cx="334744" cy="334744"/>
            <a:chOff x="5858533" y="3371391"/>
            <a:chExt cx="334744" cy="334744"/>
          </a:xfrm>
        </p:grpSpPr>
        <p:sp>
          <p:nvSpPr>
            <p:cNvPr id="124" name="Google Shape;606;p39">
              <a:extLst>
                <a:ext uri="{FF2B5EF4-FFF2-40B4-BE49-F238E27FC236}">
                  <a16:creationId xmlns:a16="http://schemas.microsoft.com/office/drawing/2014/main" id="{1C277AC1-AB58-4119-AFEE-D59B5A5F56A1}"/>
                </a:ext>
              </a:extLst>
            </p:cNvPr>
            <p:cNvSpPr/>
            <p:nvPr/>
          </p:nvSpPr>
          <p:spPr>
            <a:xfrm rot="2637262">
              <a:off x="5858533" y="3371391"/>
              <a:ext cx="334744" cy="334744"/>
            </a:xfrm>
            <a:prstGeom prst="teardrop">
              <a:avLst>
                <a:gd name="adj" fmla="val 95976"/>
              </a:avLst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  <p:sp>
          <p:nvSpPr>
            <p:cNvPr id="125" name="Google Shape;607;p39">
              <a:extLst>
                <a:ext uri="{FF2B5EF4-FFF2-40B4-BE49-F238E27FC236}">
                  <a16:creationId xmlns:a16="http://schemas.microsoft.com/office/drawing/2014/main" id="{1812D87D-B42D-46AF-933C-ADE55B8E90F1}"/>
                </a:ext>
              </a:extLst>
            </p:cNvPr>
            <p:cNvSpPr/>
            <p:nvPr/>
          </p:nvSpPr>
          <p:spPr>
            <a:xfrm flipH="1">
              <a:off x="5958855" y="3478265"/>
              <a:ext cx="134100" cy="13409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a-IR" sz="800" dirty="0">
                  <a:solidFill>
                    <a:schemeClr val="dk1"/>
                  </a:solidFill>
                  <a:latin typeface="Vazir FD-WOL" panose="020B0603030804020204" pitchFamily="34" charset="-78"/>
                  <a:ea typeface="Catamaran"/>
                  <a:cs typeface="Vazir FD-WOL" panose="020B0603030804020204" pitchFamily="34" charset="-78"/>
                  <a:sym typeface="Catamaran"/>
                </a:rPr>
                <a:t>2</a:t>
              </a:r>
              <a:endParaRPr sz="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8B14787B-5327-4B1A-960D-89445B2F304E}"/>
              </a:ext>
            </a:extLst>
          </p:cNvPr>
          <p:cNvGrpSpPr/>
          <p:nvPr/>
        </p:nvGrpSpPr>
        <p:grpSpPr>
          <a:xfrm>
            <a:off x="8616854" y="1901496"/>
            <a:ext cx="334744" cy="334744"/>
            <a:chOff x="5858533" y="3371391"/>
            <a:chExt cx="334744" cy="334744"/>
          </a:xfrm>
        </p:grpSpPr>
        <p:sp>
          <p:nvSpPr>
            <p:cNvPr id="127" name="Google Shape;606;p39">
              <a:extLst>
                <a:ext uri="{FF2B5EF4-FFF2-40B4-BE49-F238E27FC236}">
                  <a16:creationId xmlns:a16="http://schemas.microsoft.com/office/drawing/2014/main" id="{1C1B25DA-2AD0-4C52-B511-B24EA4AA0733}"/>
                </a:ext>
              </a:extLst>
            </p:cNvPr>
            <p:cNvSpPr/>
            <p:nvPr/>
          </p:nvSpPr>
          <p:spPr>
            <a:xfrm rot="13248051">
              <a:off x="5858533" y="3371391"/>
              <a:ext cx="334744" cy="334744"/>
            </a:xfrm>
            <a:prstGeom prst="teardrop">
              <a:avLst>
                <a:gd name="adj" fmla="val 95976"/>
              </a:avLst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  <p:sp>
          <p:nvSpPr>
            <p:cNvPr id="128" name="Google Shape;607;p39">
              <a:extLst>
                <a:ext uri="{FF2B5EF4-FFF2-40B4-BE49-F238E27FC236}">
                  <a16:creationId xmlns:a16="http://schemas.microsoft.com/office/drawing/2014/main" id="{15BC0FE3-D677-4950-B191-D86FD779010C}"/>
                </a:ext>
              </a:extLst>
            </p:cNvPr>
            <p:cNvSpPr/>
            <p:nvPr/>
          </p:nvSpPr>
          <p:spPr>
            <a:xfrm flipH="1">
              <a:off x="5958855" y="3478265"/>
              <a:ext cx="134100" cy="13409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a-IR" sz="800" dirty="0">
                  <a:solidFill>
                    <a:schemeClr val="dk1"/>
                  </a:solidFill>
                  <a:latin typeface="Vazir FD-WOL" panose="020B0603030804020204" pitchFamily="34" charset="-78"/>
                  <a:ea typeface="Catamaran"/>
                  <a:cs typeface="Vazir FD-WOL" panose="020B0603030804020204" pitchFamily="34" charset="-78"/>
                  <a:sym typeface="Catamaran"/>
                </a:rPr>
                <a:t>3</a:t>
              </a:r>
              <a:endParaRPr sz="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BE7CCE86-26E1-4C76-98DE-B3F11F24C8F0}"/>
              </a:ext>
            </a:extLst>
          </p:cNvPr>
          <p:cNvGrpSpPr/>
          <p:nvPr/>
        </p:nvGrpSpPr>
        <p:grpSpPr>
          <a:xfrm>
            <a:off x="8619860" y="488928"/>
            <a:ext cx="334744" cy="334744"/>
            <a:chOff x="5858533" y="3371391"/>
            <a:chExt cx="334744" cy="334744"/>
          </a:xfrm>
        </p:grpSpPr>
        <p:sp>
          <p:nvSpPr>
            <p:cNvPr id="130" name="Google Shape;606;p39">
              <a:extLst>
                <a:ext uri="{FF2B5EF4-FFF2-40B4-BE49-F238E27FC236}">
                  <a16:creationId xmlns:a16="http://schemas.microsoft.com/office/drawing/2014/main" id="{A19008B0-DC6B-4069-866D-1E34E7677B70}"/>
                </a:ext>
              </a:extLst>
            </p:cNvPr>
            <p:cNvSpPr/>
            <p:nvPr/>
          </p:nvSpPr>
          <p:spPr>
            <a:xfrm rot="13248051">
              <a:off x="5858533" y="3371391"/>
              <a:ext cx="334744" cy="334744"/>
            </a:xfrm>
            <a:prstGeom prst="teardrop">
              <a:avLst>
                <a:gd name="adj" fmla="val 95976"/>
              </a:avLst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  <p:sp>
          <p:nvSpPr>
            <p:cNvPr id="131" name="Google Shape;607;p39">
              <a:extLst>
                <a:ext uri="{FF2B5EF4-FFF2-40B4-BE49-F238E27FC236}">
                  <a16:creationId xmlns:a16="http://schemas.microsoft.com/office/drawing/2014/main" id="{D178F9E0-B50B-418D-BF5B-7C0BE05166FD}"/>
                </a:ext>
              </a:extLst>
            </p:cNvPr>
            <p:cNvSpPr/>
            <p:nvPr/>
          </p:nvSpPr>
          <p:spPr>
            <a:xfrm flipH="1">
              <a:off x="5958855" y="3478265"/>
              <a:ext cx="134100" cy="13409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a-IR" sz="800" dirty="0">
                  <a:solidFill>
                    <a:schemeClr val="dk1"/>
                  </a:solidFill>
                  <a:latin typeface="Vazir FD-WOL" panose="020B0603030804020204" pitchFamily="34" charset="-78"/>
                  <a:ea typeface="Catamaran"/>
                  <a:cs typeface="Vazir FD-WOL" panose="020B0603030804020204" pitchFamily="34" charset="-78"/>
                  <a:sym typeface="Catamaran"/>
                </a:rPr>
                <a:t>1</a:t>
              </a:r>
              <a:endParaRPr sz="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D29A5334-23A9-41D2-AAAA-C7CCA5BC8397}"/>
              </a:ext>
            </a:extLst>
          </p:cNvPr>
          <p:cNvGrpSpPr/>
          <p:nvPr/>
        </p:nvGrpSpPr>
        <p:grpSpPr>
          <a:xfrm>
            <a:off x="8613156" y="3244845"/>
            <a:ext cx="334744" cy="334744"/>
            <a:chOff x="5858533" y="3371391"/>
            <a:chExt cx="334744" cy="334744"/>
          </a:xfrm>
        </p:grpSpPr>
        <p:sp>
          <p:nvSpPr>
            <p:cNvPr id="133" name="Google Shape;606;p39">
              <a:extLst>
                <a:ext uri="{FF2B5EF4-FFF2-40B4-BE49-F238E27FC236}">
                  <a16:creationId xmlns:a16="http://schemas.microsoft.com/office/drawing/2014/main" id="{24A50D49-12A4-4944-BD68-9A55C556303A}"/>
                </a:ext>
              </a:extLst>
            </p:cNvPr>
            <p:cNvSpPr/>
            <p:nvPr/>
          </p:nvSpPr>
          <p:spPr>
            <a:xfrm rot="13248051">
              <a:off x="5858533" y="3371391"/>
              <a:ext cx="334744" cy="334744"/>
            </a:xfrm>
            <a:prstGeom prst="teardrop">
              <a:avLst>
                <a:gd name="adj" fmla="val 95976"/>
              </a:avLst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  <p:sp>
          <p:nvSpPr>
            <p:cNvPr id="134" name="Google Shape;607;p39">
              <a:extLst>
                <a:ext uri="{FF2B5EF4-FFF2-40B4-BE49-F238E27FC236}">
                  <a16:creationId xmlns:a16="http://schemas.microsoft.com/office/drawing/2014/main" id="{57804383-B5A0-40D4-A42A-CAF9A0A334CC}"/>
                </a:ext>
              </a:extLst>
            </p:cNvPr>
            <p:cNvSpPr/>
            <p:nvPr/>
          </p:nvSpPr>
          <p:spPr>
            <a:xfrm flipH="1">
              <a:off x="5958855" y="3478265"/>
              <a:ext cx="134100" cy="13409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a-IR" sz="800" dirty="0">
                  <a:solidFill>
                    <a:schemeClr val="dk1"/>
                  </a:solidFill>
                  <a:latin typeface="Vazir FD-WOL" panose="020B0603030804020204" pitchFamily="34" charset="-78"/>
                  <a:ea typeface="Catamaran"/>
                  <a:cs typeface="Vazir FD-WOL" panose="020B0603030804020204" pitchFamily="34" charset="-78"/>
                  <a:sym typeface="Catamaran"/>
                </a:rPr>
                <a:t>5</a:t>
              </a:r>
              <a:endParaRPr sz="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E0F83185-6431-417F-8290-27569C4B6E8F}"/>
              </a:ext>
            </a:extLst>
          </p:cNvPr>
          <p:cNvGrpSpPr/>
          <p:nvPr/>
        </p:nvGrpSpPr>
        <p:grpSpPr>
          <a:xfrm>
            <a:off x="6958941" y="2571750"/>
            <a:ext cx="334744" cy="334744"/>
            <a:chOff x="5858533" y="3371391"/>
            <a:chExt cx="334744" cy="334744"/>
          </a:xfrm>
        </p:grpSpPr>
        <p:sp>
          <p:nvSpPr>
            <p:cNvPr id="136" name="Google Shape;606;p39">
              <a:extLst>
                <a:ext uri="{FF2B5EF4-FFF2-40B4-BE49-F238E27FC236}">
                  <a16:creationId xmlns:a16="http://schemas.microsoft.com/office/drawing/2014/main" id="{44E054A7-7A24-4DAB-9893-560E0F45A13E}"/>
                </a:ext>
              </a:extLst>
            </p:cNvPr>
            <p:cNvSpPr/>
            <p:nvPr/>
          </p:nvSpPr>
          <p:spPr>
            <a:xfrm rot="2637262">
              <a:off x="5858533" y="3371391"/>
              <a:ext cx="334744" cy="334744"/>
            </a:xfrm>
            <a:prstGeom prst="teardrop">
              <a:avLst>
                <a:gd name="adj" fmla="val 95976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  <p:sp>
          <p:nvSpPr>
            <p:cNvPr id="137" name="Google Shape;607;p39">
              <a:extLst>
                <a:ext uri="{FF2B5EF4-FFF2-40B4-BE49-F238E27FC236}">
                  <a16:creationId xmlns:a16="http://schemas.microsoft.com/office/drawing/2014/main" id="{14D65280-C2D7-4729-8B89-5CC60A27B338}"/>
                </a:ext>
              </a:extLst>
            </p:cNvPr>
            <p:cNvSpPr/>
            <p:nvPr/>
          </p:nvSpPr>
          <p:spPr>
            <a:xfrm flipH="1">
              <a:off x="5958855" y="3478265"/>
              <a:ext cx="134100" cy="13409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a-IR" sz="800" dirty="0">
                  <a:solidFill>
                    <a:schemeClr val="dk1"/>
                  </a:solidFill>
                  <a:latin typeface="Vazir FD-WOL" panose="020B0603030804020204" pitchFamily="34" charset="-78"/>
                  <a:ea typeface="Catamaran"/>
                  <a:cs typeface="Vazir FD-WOL" panose="020B0603030804020204" pitchFamily="34" charset="-78"/>
                  <a:sym typeface="Catamaran"/>
                </a:rPr>
                <a:t>4</a:t>
              </a:r>
              <a:endParaRPr sz="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642F262E-6D77-4506-962F-415967D36866}"/>
              </a:ext>
            </a:extLst>
          </p:cNvPr>
          <p:cNvGrpSpPr/>
          <p:nvPr/>
        </p:nvGrpSpPr>
        <p:grpSpPr>
          <a:xfrm>
            <a:off x="6958941" y="3958304"/>
            <a:ext cx="334744" cy="334744"/>
            <a:chOff x="5858533" y="3371391"/>
            <a:chExt cx="334744" cy="334744"/>
          </a:xfrm>
        </p:grpSpPr>
        <p:sp>
          <p:nvSpPr>
            <p:cNvPr id="139" name="Google Shape;606;p39">
              <a:extLst>
                <a:ext uri="{FF2B5EF4-FFF2-40B4-BE49-F238E27FC236}">
                  <a16:creationId xmlns:a16="http://schemas.microsoft.com/office/drawing/2014/main" id="{D85E2991-887B-47D8-B7EA-FC3EB80869D1}"/>
                </a:ext>
              </a:extLst>
            </p:cNvPr>
            <p:cNvSpPr/>
            <p:nvPr/>
          </p:nvSpPr>
          <p:spPr>
            <a:xfrm rot="2637262">
              <a:off x="5858533" y="3371391"/>
              <a:ext cx="334744" cy="334744"/>
            </a:xfrm>
            <a:prstGeom prst="teardrop">
              <a:avLst>
                <a:gd name="adj" fmla="val 95976"/>
              </a:avLst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  <p:sp>
          <p:nvSpPr>
            <p:cNvPr id="140" name="Google Shape;607;p39">
              <a:extLst>
                <a:ext uri="{FF2B5EF4-FFF2-40B4-BE49-F238E27FC236}">
                  <a16:creationId xmlns:a16="http://schemas.microsoft.com/office/drawing/2014/main" id="{F8C58061-2051-4788-BEA7-07E20A7B98CF}"/>
                </a:ext>
              </a:extLst>
            </p:cNvPr>
            <p:cNvSpPr/>
            <p:nvPr/>
          </p:nvSpPr>
          <p:spPr>
            <a:xfrm flipH="1">
              <a:off x="5958855" y="3478265"/>
              <a:ext cx="134100" cy="13409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a-IR" sz="800" dirty="0">
                  <a:solidFill>
                    <a:schemeClr val="dk1"/>
                  </a:solidFill>
                  <a:latin typeface="Vazir FD-WOL" panose="020B0603030804020204" pitchFamily="34" charset="-78"/>
                  <a:ea typeface="Catamaran"/>
                  <a:cs typeface="Vazir FD-WOL" panose="020B0603030804020204" pitchFamily="34" charset="-78"/>
                  <a:sym typeface="Catamaran"/>
                </a:rPr>
                <a:t>6</a:t>
              </a:r>
              <a:endParaRPr sz="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</p:grpSp>
      <p:sp>
        <p:nvSpPr>
          <p:cNvPr id="141" name="Google Shape;616;p39">
            <a:extLst>
              <a:ext uri="{FF2B5EF4-FFF2-40B4-BE49-F238E27FC236}">
                <a16:creationId xmlns:a16="http://schemas.microsoft.com/office/drawing/2014/main" id="{9E47D386-AE43-4215-B179-A1DA765C67C1}"/>
              </a:ext>
            </a:extLst>
          </p:cNvPr>
          <p:cNvSpPr txBox="1"/>
          <p:nvPr/>
        </p:nvSpPr>
        <p:spPr>
          <a:xfrm>
            <a:off x="8418152" y="777961"/>
            <a:ext cx="623993" cy="35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900" dirty="0">
                <a:solidFill>
                  <a:schemeClr val="dk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rPr>
              <a:t>مقدمه و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900" dirty="0">
                <a:solidFill>
                  <a:schemeClr val="dk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rPr>
              <a:t>بیان مسئله</a:t>
            </a:r>
            <a:endParaRPr sz="900" dirty="0">
              <a:solidFill>
                <a:schemeClr val="dk1"/>
              </a:solidFill>
              <a:latin typeface="Vazir" panose="020B0603030804020204" pitchFamily="34" charset="-78"/>
              <a:ea typeface="Catamaran"/>
              <a:cs typeface="Vazir" panose="020B0603030804020204" pitchFamily="34" charset="-78"/>
              <a:sym typeface="Catamaran"/>
            </a:endParaRPr>
          </a:p>
        </p:txBody>
      </p:sp>
      <p:sp>
        <p:nvSpPr>
          <p:cNvPr id="142" name="Google Shape;616;p39">
            <a:extLst>
              <a:ext uri="{FF2B5EF4-FFF2-40B4-BE49-F238E27FC236}">
                <a16:creationId xmlns:a16="http://schemas.microsoft.com/office/drawing/2014/main" id="{66BD23CF-4FCF-487C-89A2-47DA4F6B1B92}"/>
              </a:ext>
            </a:extLst>
          </p:cNvPr>
          <p:cNvSpPr txBox="1"/>
          <p:nvPr/>
        </p:nvSpPr>
        <p:spPr>
          <a:xfrm>
            <a:off x="6803098" y="1633055"/>
            <a:ext cx="635502" cy="134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900" dirty="0">
                <a:solidFill>
                  <a:schemeClr val="dk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rPr>
              <a:t>مفاهیم</a:t>
            </a:r>
            <a:endParaRPr sz="900" dirty="0">
              <a:solidFill>
                <a:schemeClr val="dk1"/>
              </a:solidFill>
              <a:latin typeface="Vazir" panose="020B0603030804020204" pitchFamily="34" charset="-78"/>
              <a:ea typeface="Catamaran"/>
              <a:cs typeface="Vazir" panose="020B0603030804020204" pitchFamily="34" charset="-78"/>
              <a:sym typeface="Catamaran"/>
            </a:endParaRPr>
          </a:p>
        </p:txBody>
      </p:sp>
      <p:sp>
        <p:nvSpPr>
          <p:cNvPr id="143" name="Google Shape;616;p39">
            <a:extLst>
              <a:ext uri="{FF2B5EF4-FFF2-40B4-BE49-F238E27FC236}">
                <a16:creationId xmlns:a16="http://schemas.microsoft.com/office/drawing/2014/main" id="{0AE179E4-2AFF-443E-8D7F-A5E44054C045}"/>
              </a:ext>
            </a:extLst>
          </p:cNvPr>
          <p:cNvSpPr txBox="1"/>
          <p:nvPr/>
        </p:nvSpPr>
        <p:spPr>
          <a:xfrm>
            <a:off x="8372053" y="3698163"/>
            <a:ext cx="727517" cy="194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900" dirty="0">
                <a:solidFill>
                  <a:schemeClr val="dk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rPr>
              <a:t>جمع‌بندی و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900" dirty="0">
                <a:solidFill>
                  <a:schemeClr val="dk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rPr>
              <a:t>پیشنهادات</a:t>
            </a:r>
          </a:p>
        </p:txBody>
      </p:sp>
      <p:sp>
        <p:nvSpPr>
          <p:cNvPr id="144" name="Google Shape;616;p39">
            <a:extLst>
              <a:ext uri="{FF2B5EF4-FFF2-40B4-BE49-F238E27FC236}">
                <a16:creationId xmlns:a16="http://schemas.microsoft.com/office/drawing/2014/main" id="{F25C0F4B-5F4E-4278-A302-C76C83DC2875}"/>
              </a:ext>
            </a:extLst>
          </p:cNvPr>
          <p:cNvSpPr txBox="1"/>
          <p:nvPr/>
        </p:nvSpPr>
        <p:spPr>
          <a:xfrm>
            <a:off x="6757091" y="2903363"/>
            <a:ext cx="727517" cy="194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900" dirty="0">
                <a:solidFill>
                  <a:schemeClr val="dk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rPr>
              <a:t>نتایج</a:t>
            </a:r>
            <a:endParaRPr sz="900" dirty="0">
              <a:solidFill>
                <a:schemeClr val="dk1"/>
              </a:solidFill>
              <a:latin typeface="Vazir" panose="020B0603030804020204" pitchFamily="34" charset="-78"/>
              <a:ea typeface="Catamaran"/>
              <a:cs typeface="Vazir" panose="020B0603030804020204" pitchFamily="34" charset="-78"/>
              <a:sym typeface="Catamaran"/>
            </a:endParaRPr>
          </a:p>
        </p:txBody>
      </p:sp>
      <p:sp>
        <p:nvSpPr>
          <p:cNvPr id="145" name="Google Shape;616;p39">
            <a:extLst>
              <a:ext uri="{FF2B5EF4-FFF2-40B4-BE49-F238E27FC236}">
                <a16:creationId xmlns:a16="http://schemas.microsoft.com/office/drawing/2014/main" id="{4F74780E-BCBD-420D-B3C9-AAB5273218D0}"/>
              </a:ext>
            </a:extLst>
          </p:cNvPr>
          <p:cNvSpPr txBox="1"/>
          <p:nvPr/>
        </p:nvSpPr>
        <p:spPr>
          <a:xfrm>
            <a:off x="6803098" y="4427975"/>
            <a:ext cx="727517" cy="194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900" dirty="0">
                <a:solidFill>
                  <a:schemeClr val="dk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rPr>
              <a:t>پاسخگویی به سؤالات</a:t>
            </a:r>
            <a:endParaRPr sz="900" dirty="0">
              <a:solidFill>
                <a:schemeClr val="dk1"/>
              </a:solidFill>
              <a:latin typeface="Vazir" panose="020B0603030804020204" pitchFamily="34" charset="-78"/>
              <a:ea typeface="Catamaran"/>
              <a:cs typeface="Vazir" panose="020B0603030804020204" pitchFamily="34" charset="-78"/>
              <a:sym typeface="Catamaran"/>
            </a:endParaRPr>
          </a:p>
        </p:txBody>
      </p:sp>
      <p:sp>
        <p:nvSpPr>
          <p:cNvPr id="146" name="Google Shape;125;p8">
            <a:extLst>
              <a:ext uri="{FF2B5EF4-FFF2-40B4-BE49-F238E27FC236}">
                <a16:creationId xmlns:a16="http://schemas.microsoft.com/office/drawing/2014/main" id="{23848282-7F3E-49F7-A2DF-0225934F01AE}"/>
              </a:ext>
            </a:extLst>
          </p:cNvPr>
          <p:cNvSpPr/>
          <p:nvPr/>
        </p:nvSpPr>
        <p:spPr>
          <a:xfrm>
            <a:off x="8574184" y="4822960"/>
            <a:ext cx="525386" cy="271414"/>
          </a:xfrm>
          <a:custGeom>
            <a:avLst/>
            <a:gdLst/>
            <a:ahLst/>
            <a:cxnLst/>
            <a:rect l="l" t="t" r="r" b="b"/>
            <a:pathLst>
              <a:path w="21598" h="21315" extrusionOk="0">
                <a:moveTo>
                  <a:pt x="21599" y="14389"/>
                </a:moveTo>
                <a:lnTo>
                  <a:pt x="21599" y="6924"/>
                </a:lnTo>
                <a:cubicBezTo>
                  <a:pt x="21599" y="5784"/>
                  <a:pt x="20918" y="4730"/>
                  <a:pt x="19814" y="4161"/>
                </a:cubicBezTo>
                <a:lnTo>
                  <a:pt x="12583" y="428"/>
                </a:lnTo>
                <a:cubicBezTo>
                  <a:pt x="11478" y="-142"/>
                  <a:pt x="10118" y="-142"/>
                  <a:pt x="9013" y="428"/>
                </a:cubicBezTo>
                <a:lnTo>
                  <a:pt x="1783" y="4161"/>
                </a:lnTo>
                <a:cubicBezTo>
                  <a:pt x="679" y="4731"/>
                  <a:pt x="0" y="5784"/>
                  <a:pt x="0" y="6924"/>
                </a:cubicBezTo>
                <a:lnTo>
                  <a:pt x="0" y="14392"/>
                </a:lnTo>
                <a:cubicBezTo>
                  <a:pt x="1" y="15532"/>
                  <a:pt x="681" y="16585"/>
                  <a:pt x="1785" y="17155"/>
                </a:cubicBezTo>
                <a:lnTo>
                  <a:pt x="9016" y="20888"/>
                </a:lnTo>
                <a:cubicBezTo>
                  <a:pt x="10120" y="21458"/>
                  <a:pt x="11481" y="21458"/>
                  <a:pt x="12585" y="20888"/>
                </a:cubicBezTo>
                <a:lnTo>
                  <a:pt x="19816" y="17155"/>
                </a:lnTo>
                <a:cubicBezTo>
                  <a:pt x="20920" y="16584"/>
                  <a:pt x="21600" y="15530"/>
                  <a:pt x="21599" y="14389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fa-IR" sz="1000" i="0" u="none" strike="noStrike" cap="none" dirty="0">
                <a:solidFill>
                  <a:schemeClr val="bg1"/>
                </a:solidFill>
                <a:latin typeface="Vazir FD-WOL" panose="020B0603030804020204" pitchFamily="34" charset="-78"/>
                <a:cs typeface="Vazir FD-WOL" panose="020B0603030804020204" pitchFamily="34" charset="-78"/>
              </a:rPr>
              <a:t>16</a:t>
            </a:r>
            <a:r>
              <a:rPr lang="fa-IR" sz="1000" i="0" u="none" strike="noStrike" cap="none" dirty="0">
                <a:solidFill>
                  <a:schemeClr val="bg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از </a:t>
            </a:r>
            <a:r>
              <a:rPr lang="fa-IR" sz="1000" i="0" u="none" strike="noStrike" cap="none" dirty="0">
                <a:solidFill>
                  <a:schemeClr val="bg1"/>
                </a:solidFill>
                <a:latin typeface="Vazir FD-WOL" panose="020B0603030804020204" pitchFamily="34" charset="-78"/>
                <a:cs typeface="Vazir FD-WOL" panose="020B0603030804020204" pitchFamily="34" charset="-78"/>
              </a:rPr>
              <a:t>19</a:t>
            </a:r>
            <a:endParaRPr sz="1000" i="0" u="none" strike="noStrike" cap="none" dirty="0">
              <a:solidFill>
                <a:schemeClr val="bg1"/>
              </a:solidFill>
              <a:latin typeface="Vazir FD-WOL" panose="020B0603030804020204" pitchFamily="34" charset="-78"/>
              <a:cs typeface="Vazir FD-WOL" panose="020B0603030804020204" pitchFamily="34" charset="-78"/>
            </a:endParaRPr>
          </a:p>
        </p:txBody>
      </p:sp>
      <p:sp>
        <p:nvSpPr>
          <p:cNvPr id="55" name="Google Shape;120;p7">
            <a:extLst>
              <a:ext uri="{FF2B5EF4-FFF2-40B4-BE49-F238E27FC236}">
                <a16:creationId xmlns:a16="http://schemas.microsoft.com/office/drawing/2014/main" id="{2FBAA783-C867-4D09-9D1A-F49CF04A6E39}"/>
              </a:ext>
            </a:extLst>
          </p:cNvPr>
          <p:cNvSpPr txBox="1">
            <a:spLocks/>
          </p:cNvSpPr>
          <p:nvPr/>
        </p:nvSpPr>
        <p:spPr>
          <a:xfrm>
            <a:off x="114716" y="656300"/>
            <a:ext cx="1199437" cy="39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3970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00" b="0" i="0" u="none" strike="noStrike" cap="none">
                <a:solidFill>
                  <a:schemeClr val="tx1">
                    <a:lumMod val="90000"/>
                    <a:lumOff val="10000"/>
                  </a:schemeClr>
                </a:solidFill>
                <a:latin typeface="Vazir" panose="020B0603030804020204" pitchFamily="34" charset="-78"/>
                <a:ea typeface="Arial"/>
                <a:cs typeface="Vazir" panose="020B0603030804020204" pitchFamily="34" charset="-78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⬡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⬡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a-IR" dirty="0"/>
              <a:t>دانشگاه اصفهان</a:t>
            </a:r>
          </a:p>
          <a:p>
            <a:r>
              <a:rPr lang="fa-IR" dirty="0"/>
              <a:t>دانشکده مهندسی کامپیوتر</a:t>
            </a:r>
          </a:p>
          <a:p>
            <a:r>
              <a:rPr lang="fa-IR" dirty="0"/>
              <a:t>گروه مهندسی فناوری اطلاعات</a:t>
            </a:r>
          </a:p>
        </p:txBody>
      </p:sp>
      <p:sp>
        <p:nvSpPr>
          <p:cNvPr id="57" name="Google Shape;239;p17">
            <a:extLst>
              <a:ext uri="{FF2B5EF4-FFF2-40B4-BE49-F238E27FC236}">
                <a16:creationId xmlns:a16="http://schemas.microsoft.com/office/drawing/2014/main" id="{F5E16DB4-78AE-45B6-B525-A8B88D49A0F3}"/>
              </a:ext>
            </a:extLst>
          </p:cNvPr>
          <p:cNvSpPr txBox="1">
            <a:spLocks/>
          </p:cNvSpPr>
          <p:nvPr/>
        </p:nvSpPr>
        <p:spPr>
          <a:xfrm>
            <a:off x="1354698" y="897097"/>
            <a:ext cx="5317258" cy="395859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 rtl="1"/>
            <a:r>
              <a:rPr lang="fa-IR" sz="16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مقایسه‌ی میزان همپوشانی الگوریتم‌های انتخاب ویژگی</a:t>
            </a:r>
          </a:p>
        </p:txBody>
      </p:sp>
      <p:sp>
        <p:nvSpPr>
          <p:cNvPr id="61" name="Google Shape;239;p17">
            <a:extLst>
              <a:ext uri="{FF2B5EF4-FFF2-40B4-BE49-F238E27FC236}">
                <a16:creationId xmlns:a16="http://schemas.microsoft.com/office/drawing/2014/main" id="{2E3B5739-FF3D-4285-8DEA-61613B74D4A4}"/>
              </a:ext>
            </a:extLst>
          </p:cNvPr>
          <p:cNvSpPr txBox="1">
            <a:spLocks/>
          </p:cNvSpPr>
          <p:nvPr/>
        </p:nvSpPr>
        <p:spPr>
          <a:xfrm>
            <a:off x="1034533" y="366505"/>
            <a:ext cx="6010500" cy="39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 rtl="1"/>
            <a:r>
              <a:rPr lang="fa-IR" sz="2400" b="1" dirty="0">
                <a:solidFill>
                  <a:schemeClr val="accent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ارزیابی نتایج</a:t>
            </a:r>
          </a:p>
        </p:txBody>
      </p:sp>
    </p:spTree>
    <p:extLst>
      <p:ext uri="{BB962C8B-B14F-4D97-AF65-F5344CB8AC3E}">
        <p14:creationId xmlns:p14="http://schemas.microsoft.com/office/powerpoint/2010/main" val="945036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92EB0CC-A94B-419A-A4FA-3D53B5B5D1DD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ar-BH" dirty="0">
                <a:latin typeface="Vazir" panose="020B0603030804020204" pitchFamily="34" charset="-78"/>
                <a:cs typeface="Vazir" panose="020B0603030804020204" pitchFamily="34" charset="-78"/>
              </a:rPr>
              <a:t>سحر سرکار - تحلیل ویژگی‌های رادیومیکس برای تشخیص عفونت در ریه - شهریور </a:t>
            </a:r>
            <a:r>
              <a:rPr lang="ar-BH" dirty="0">
                <a:latin typeface="Vazir FD-WOL" panose="020B0603030804020204" pitchFamily="34" charset="-78"/>
                <a:cs typeface="Vazir FD-WOL" panose="020B0603030804020204" pitchFamily="34" charset="-78"/>
              </a:rPr>
              <a:t>1400</a:t>
            </a:r>
            <a:endParaRPr lang="en-US" dirty="0">
              <a:latin typeface="Vazir FD-WOL" panose="020B0603030804020204" pitchFamily="34" charset="-78"/>
              <a:cs typeface="Vazir FD-WOL" panose="020B0603030804020204" pitchFamily="34" charset="-78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5A031A7-13FD-47CE-A02B-DE9AC34C57FE}"/>
              </a:ext>
            </a:extLst>
          </p:cNvPr>
          <p:cNvGrpSpPr/>
          <p:nvPr/>
        </p:nvGrpSpPr>
        <p:grpSpPr>
          <a:xfrm rot="16200000">
            <a:off x="4892224" y="1966620"/>
            <a:ext cx="6152709" cy="886850"/>
            <a:chOff x="0" y="2536120"/>
            <a:chExt cx="9144000" cy="1011043"/>
          </a:xfrm>
        </p:grpSpPr>
        <p:sp>
          <p:nvSpPr>
            <p:cNvPr id="58" name="Google Shape;594;p39">
              <a:extLst>
                <a:ext uri="{FF2B5EF4-FFF2-40B4-BE49-F238E27FC236}">
                  <a16:creationId xmlns:a16="http://schemas.microsoft.com/office/drawing/2014/main" id="{50921073-1AD5-4BF4-B917-0BD453041470}"/>
                </a:ext>
              </a:extLst>
            </p:cNvPr>
            <p:cNvSpPr/>
            <p:nvPr/>
          </p:nvSpPr>
          <p:spPr>
            <a:xfrm>
              <a:off x="0" y="2536120"/>
              <a:ext cx="9144000" cy="1011043"/>
            </a:xfrm>
            <a:custGeom>
              <a:avLst/>
              <a:gdLst/>
              <a:ahLst/>
              <a:cxnLst/>
              <a:rect l="l" t="t" r="r" b="b"/>
              <a:pathLst>
                <a:path w="12192000" h="1348058" extrusionOk="0">
                  <a:moveTo>
                    <a:pt x="12192000" y="0"/>
                  </a:moveTo>
                  <a:lnTo>
                    <a:pt x="10837333" y="0"/>
                  </a:lnTo>
                  <a:cubicBezTo>
                    <a:pt x="10463295" y="0"/>
                    <a:pt x="10160000" y="301773"/>
                    <a:pt x="10160000" y="674029"/>
                  </a:cubicBezTo>
                  <a:lnTo>
                    <a:pt x="10160000" y="674029"/>
                  </a:lnTo>
                  <a:cubicBezTo>
                    <a:pt x="10160000" y="1046281"/>
                    <a:pt x="9856705" y="1348059"/>
                    <a:pt x="9482667" y="1348059"/>
                  </a:cubicBezTo>
                  <a:lnTo>
                    <a:pt x="9482667" y="1348059"/>
                  </a:lnTo>
                  <a:cubicBezTo>
                    <a:pt x="9108581" y="1348059"/>
                    <a:pt x="8805333" y="1046281"/>
                    <a:pt x="8805333" y="674029"/>
                  </a:cubicBezTo>
                  <a:lnTo>
                    <a:pt x="8805333" y="674029"/>
                  </a:lnTo>
                  <a:cubicBezTo>
                    <a:pt x="8805333" y="301773"/>
                    <a:pt x="8502086" y="0"/>
                    <a:pt x="8128000" y="0"/>
                  </a:cubicBezTo>
                  <a:lnTo>
                    <a:pt x="8128000" y="0"/>
                  </a:lnTo>
                  <a:cubicBezTo>
                    <a:pt x="7753915" y="0"/>
                    <a:pt x="7450667" y="301773"/>
                    <a:pt x="7450667" y="674029"/>
                  </a:cubicBezTo>
                  <a:lnTo>
                    <a:pt x="7450667" y="674029"/>
                  </a:lnTo>
                  <a:cubicBezTo>
                    <a:pt x="7450667" y="1046281"/>
                    <a:pt x="7147419" y="1348059"/>
                    <a:pt x="6773334" y="1348059"/>
                  </a:cubicBezTo>
                  <a:lnTo>
                    <a:pt x="6773334" y="1348059"/>
                  </a:lnTo>
                  <a:cubicBezTo>
                    <a:pt x="6399248" y="1348059"/>
                    <a:pt x="6096000" y="1046281"/>
                    <a:pt x="6096000" y="674029"/>
                  </a:cubicBezTo>
                  <a:lnTo>
                    <a:pt x="6096000" y="674029"/>
                  </a:lnTo>
                  <a:cubicBezTo>
                    <a:pt x="6096000" y="301773"/>
                    <a:pt x="5792753" y="0"/>
                    <a:pt x="5418667" y="0"/>
                  </a:cubicBezTo>
                  <a:lnTo>
                    <a:pt x="5418667" y="0"/>
                  </a:lnTo>
                  <a:cubicBezTo>
                    <a:pt x="5044581" y="0"/>
                    <a:pt x="4741334" y="301773"/>
                    <a:pt x="4741334" y="674029"/>
                  </a:cubicBezTo>
                  <a:lnTo>
                    <a:pt x="4741334" y="674029"/>
                  </a:lnTo>
                  <a:cubicBezTo>
                    <a:pt x="4741334" y="1046281"/>
                    <a:pt x="4438076" y="1348059"/>
                    <a:pt x="4064000" y="1348059"/>
                  </a:cubicBezTo>
                  <a:lnTo>
                    <a:pt x="4064000" y="1348059"/>
                  </a:lnTo>
                  <a:cubicBezTo>
                    <a:pt x="3689924" y="1348059"/>
                    <a:pt x="3386667" y="1046281"/>
                    <a:pt x="3386667" y="674029"/>
                  </a:cubicBezTo>
                  <a:lnTo>
                    <a:pt x="3386667" y="674029"/>
                  </a:lnTo>
                  <a:cubicBezTo>
                    <a:pt x="3386667" y="301773"/>
                    <a:pt x="3083410" y="0"/>
                    <a:pt x="2709333" y="0"/>
                  </a:cubicBezTo>
                  <a:lnTo>
                    <a:pt x="2709333" y="0"/>
                  </a:lnTo>
                  <a:cubicBezTo>
                    <a:pt x="2335257" y="0"/>
                    <a:pt x="2032000" y="301773"/>
                    <a:pt x="2032000" y="674029"/>
                  </a:cubicBezTo>
                  <a:lnTo>
                    <a:pt x="2032000" y="674029"/>
                  </a:lnTo>
                  <a:cubicBezTo>
                    <a:pt x="2032000" y="1046281"/>
                    <a:pt x="1728743" y="1348059"/>
                    <a:pt x="1354667" y="1348059"/>
                  </a:cubicBezTo>
                  <a:lnTo>
                    <a:pt x="0" y="1348059"/>
                  </a:lnTo>
                </a:path>
              </a:pathLst>
            </a:custGeom>
            <a:noFill/>
            <a:ln w="228600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Vazir" panose="020B0603030804020204" pitchFamily="34" charset="-78"/>
                <a:ea typeface="Calibri"/>
                <a:cs typeface="Vazir" panose="020B0603030804020204" pitchFamily="34" charset="-78"/>
                <a:sym typeface="Calibri"/>
              </a:endParaRPr>
            </a:p>
          </p:txBody>
        </p:sp>
        <p:sp>
          <p:nvSpPr>
            <p:cNvPr id="59" name="Google Shape;595;p39">
              <a:extLst>
                <a:ext uri="{FF2B5EF4-FFF2-40B4-BE49-F238E27FC236}">
                  <a16:creationId xmlns:a16="http://schemas.microsoft.com/office/drawing/2014/main" id="{80BD9715-5D54-48BA-8232-EBD61376B29C}"/>
                </a:ext>
              </a:extLst>
            </p:cNvPr>
            <p:cNvSpPr/>
            <p:nvPr/>
          </p:nvSpPr>
          <p:spPr>
            <a:xfrm>
              <a:off x="0" y="2536120"/>
              <a:ext cx="9144000" cy="1011043"/>
            </a:xfrm>
            <a:custGeom>
              <a:avLst/>
              <a:gdLst/>
              <a:ahLst/>
              <a:cxnLst/>
              <a:rect l="l" t="t" r="r" b="b"/>
              <a:pathLst>
                <a:path w="12192000" h="1348058" extrusionOk="0">
                  <a:moveTo>
                    <a:pt x="12192000" y="0"/>
                  </a:moveTo>
                  <a:lnTo>
                    <a:pt x="10837333" y="0"/>
                  </a:lnTo>
                  <a:cubicBezTo>
                    <a:pt x="10463295" y="0"/>
                    <a:pt x="10160000" y="301773"/>
                    <a:pt x="10160000" y="674029"/>
                  </a:cubicBezTo>
                  <a:lnTo>
                    <a:pt x="10160000" y="674029"/>
                  </a:lnTo>
                  <a:cubicBezTo>
                    <a:pt x="10160000" y="1046281"/>
                    <a:pt x="9856705" y="1348059"/>
                    <a:pt x="9482667" y="1348059"/>
                  </a:cubicBezTo>
                  <a:lnTo>
                    <a:pt x="9482667" y="1348059"/>
                  </a:lnTo>
                  <a:cubicBezTo>
                    <a:pt x="9108581" y="1348059"/>
                    <a:pt x="8805333" y="1046281"/>
                    <a:pt x="8805333" y="674029"/>
                  </a:cubicBezTo>
                  <a:lnTo>
                    <a:pt x="8805333" y="674029"/>
                  </a:lnTo>
                  <a:cubicBezTo>
                    <a:pt x="8805333" y="301773"/>
                    <a:pt x="8502086" y="0"/>
                    <a:pt x="8128000" y="0"/>
                  </a:cubicBezTo>
                  <a:lnTo>
                    <a:pt x="8128000" y="0"/>
                  </a:lnTo>
                  <a:cubicBezTo>
                    <a:pt x="7753915" y="0"/>
                    <a:pt x="7450667" y="301773"/>
                    <a:pt x="7450667" y="674029"/>
                  </a:cubicBezTo>
                  <a:lnTo>
                    <a:pt x="7450667" y="674029"/>
                  </a:lnTo>
                  <a:cubicBezTo>
                    <a:pt x="7450667" y="1046281"/>
                    <a:pt x="7147419" y="1348059"/>
                    <a:pt x="6773334" y="1348059"/>
                  </a:cubicBezTo>
                  <a:lnTo>
                    <a:pt x="6773334" y="1348059"/>
                  </a:lnTo>
                  <a:cubicBezTo>
                    <a:pt x="6399248" y="1348059"/>
                    <a:pt x="6096000" y="1046281"/>
                    <a:pt x="6096000" y="674029"/>
                  </a:cubicBezTo>
                  <a:lnTo>
                    <a:pt x="6096000" y="674029"/>
                  </a:lnTo>
                  <a:cubicBezTo>
                    <a:pt x="6096000" y="301773"/>
                    <a:pt x="5792753" y="0"/>
                    <a:pt x="5418667" y="0"/>
                  </a:cubicBezTo>
                  <a:lnTo>
                    <a:pt x="5418667" y="0"/>
                  </a:lnTo>
                  <a:cubicBezTo>
                    <a:pt x="5044581" y="0"/>
                    <a:pt x="4741334" y="301773"/>
                    <a:pt x="4741334" y="674029"/>
                  </a:cubicBezTo>
                  <a:lnTo>
                    <a:pt x="4741334" y="674029"/>
                  </a:lnTo>
                  <a:cubicBezTo>
                    <a:pt x="4741334" y="1046281"/>
                    <a:pt x="4438076" y="1348059"/>
                    <a:pt x="4064000" y="1348059"/>
                  </a:cubicBezTo>
                  <a:lnTo>
                    <a:pt x="4064000" y="1348059"/>
                  </a:lnTo>
                  <a:cubicBezTo>
                    <a:pt x="3689924" y="1348059"/>
                    <a:pt x="3386667" y="1046281"/>
                    <a:pt x="3386667" y="674029"/>
                  </a:cubicBezTo>
                  <a:lnTo>
                    <a:pt x="3386667" y="674029"/>
                  </a:lnTo>
                  <a:cubicBezTo>
                    <a:pt x="3386667" y="301773"/>
                    <a:pt x="3083410" y="0"/>
                    <a:pt x="2709333" y="0"/>
                  </a:cubicBezTo>
                  <a:lnTo>
                    <a:pt x="2709333" y="0"/>
                  </a:lnTo>
                  <a:cubicBezTo>
                    <a:pt x="2335257" y="0"/>
                    <a:pt x="2032000" y="301773"/>
                    <a:pt x="2032000" y="674029"/>
                  </a:cubicBezTo>
                  <a:lnTo>
                    <a:pt x="2032000" y="674029"/>
                  </a:lnTo>
                  <a:cubicBezTo>
                    <a:pt x="2032000" y="1046281"/>
                    <a:pt x="1728743" y="1348059"/>
                    <a:pt x="1354667" y="1348059"/>
                  </a:cubicBezTo>
                  <a:lnTo>
                    <a:pt x="0" y="1348059"/>
                  </a:lnTo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dash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Vazir" panose="020B0603030804020204" pitchFamily="34" charset="-78"/>
                <a:ea typeface="Calibri"/>
                <a:cs typeface="Vazir" panose="020B0603030804020204" pitchFamily="34" charset="-78"/>
                <a:sym typeface="Calibri"/>
              </a:endParaRPr>
            </a:p>
          </p:txBody>
        </p:sp>
      </p:grpSp>
      <p:sp>
        <p:nvSpPr>
          <p:cNvPr id="122" name="Google Shape;616;p39">
            <a:extLst>
              <a:ext uri="{FF2B5EF4-FFF2-40B4-BE49-F238E27FC236}">
                <a16:creationId xmlns:a16="http://schemas.microsoft.com/office/drawing/2014/main" id="{F29FF600-2F87-4B4C-95EA-EF55460CBCEA}"/>
              </a:ext>
            </a:extLst>
          </p:cNvPr>
          <p:cNvSpPr txBox="1"/>
          <p:nvPr/>
        </p:nvSpPr>
        <p:spPr>
          <a:xfrm>
            <a:off x="8372054" y="2255511"/>
            <a:ext cx="727517" cy="194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900" dirty="0">
                <a:solidFill>
                  <a:schemeClr val="dk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rPr>
              <a:t>روش پیشنهادی</a:t>
            </a:r>
            <a:endParaRPr sz="900" dirty="0">
              <a:solidFill>
                <a:schemeClr val="dk1"/>
              </a:solidFill>
              <a:latin typeface="Vazir" panose="020B0603030804020204" pitchFamily="34" charset="-78"/>
              <a:ea typeface="Catamaran"/>
              <a:cs typeface="Vazir" panose="020B0603030804020204" pitchFamily="34" charset="-78"/>
              <a:sym typeface="Catamaran"/>
            </a:endParaRPr>
          </a:p>
        </p:txBody>
      </p: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A2931612-A263-42C4-9F74-FD8FD8FE4783}"/>
              </a:ext>
            </a:extLst>
          </p:cNvPr>
          <p:cNvGrpSpPr/>
          <p:nvPr/>
        </p:nvGrpSpPr>
        <p:grpSpPr>
          <a:xfrm>
            <a:off x="6958941" y="1229022"/>
            <a:ext cx="334744" cy="334744"/>
            <a:chOff x="5858533" y="3371391"/>
            <a:chExt cx="334744" cy="334744"/>
          </a:xfrm>
        </p:grpSpPr>
        <p:sp>
          <p:nvSpPr>
            <p:cNvPr id="161" name="Google Shape;606;p39">
              <a:extLst>
                <a:ext uri="{FF2B5EF4-FFF2-40B4-BE49-F238E27FC236}">
                  <a16:creationId xmlns:a16="http://schemas.microsoft.com/office/drawing/2014/main" id="{9A8714E9-F157-4C6C-8C36-CF5D87D403B3}"/>
                </a:ext>
              </a:extLst>
            </p:cNvPr>
            <p:cNvSpPr/>
            <p:nvPr/>
          </p:nvSpPr>
          <p:spPr>
            <a:xfrm rot="2637262">
              <a:off x="5858533" y="3371391"/>
              <a:ext cx="334744" cy="334744"/>
            </a:xfrm>
            <a:prstGeom prst="teardrop">
              <a:avLst>
                <a:gd name="adj" fmla="val 95976"/>
              </a:avLst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  <p:sp>
          <p:nvSpPr>
            <p:cNvPr id="162" name="Google Shape;607;p39">
              <a:extLst>
                <a:ext uri="{FF2B5EF4-FFF2-40B4-BE49-F238E27FC236}">
                  <a16:creationId xmlns:a16="http://schemas.microsoft.com/office/drawing/2014/main" id="{7BBF0579-51AE-48EA-A3E0-5FBFDD196F32}"/>
                </a:ext>
              </a:extLst>
            </p:cNvPr>
            <p:cNvSpPr/>
            <p:nvPr/>
          </p:nvSpPr>
          <p:spPr>
            <a:xfrm flipH="1">
              <a:off x="5958855" y="3478265"/>
              <a:ext cx="134100" cy="13409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a-IR" sz="800" dirty="0">
                  <a:solidFill>
                    <a:schemeClr val="dk1"/>
                  </a:solidFill>
                  <a:latin typeface="Vazir FD-WOL" panose="020B0603030804020204" pitchFamily="34" charset="-78"/>
                  <a:ea typeface="Catamaran"/>
                  <a:cs typeface="Vazir FD-WOL" panose="020B0603030804020204" pitchFamily="34" charset="-78"/>
                  <a:sym typeface="Catamaran"/>
                </a:rPr>
                <a:t>2</a:t>
              </a:r>
              <a:endParaRPr sz="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F607B433-AF5E-4FE8-A066-3EDBF6E125E8}"/>
              </a:ext>
            </a:extLst>
          </p:cNvPr>
          <p:cNvGrpSpPr/>
          <p:nvPr/>
        </p:nvGrpSpPr>
        <p:grpSpPr>
          <a:xfrm>
            <a:off x="8616854" y="1901496"/>
            <a:ext cx="334744" cy="334744"/>
            <a:chOff x="5858533" y="3371391"/>
            <a:chExt cx="334744" cy="334744"/>
          </a:xfrm>
        </p:grpSpPr>
        <p:sp>
          <p:nvSpPr>
            <p:cNvPr id="170" name="Google Shape;606;p39">
              <a:extLst>
                <a:ext uri="{FF2B5EF4-FFF2-40B4-BE49-F238E27FC236}">
                  <a16:creationId xmlns:a16="http://schemas.microsoft.com/office/drawing/2014/main" id="{D23848B0-940E-4BA6-9198-E37E59821155}"/>
                </a:ext>
              </a:extLst>
            </p:cNvPr>
            <p:cNvSpPr/>
            <p:nvPr/>
          </p:nvSpPr>
          <p:spPr>
            <a:xfrm rot="13248051">
              <a:off x="5858533" y="3371391"/>
              <a:ext cx="334744" cy="334744"/>
            </a:xfrm>
            <a:prstGeom prst="teardrop">
              <a:avLst>
                <a:gd name="adj" fmla="val 95976"/>
              </a:avLst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  <p:sp>
          <p:nvSpPr>
            <p:cNvPr id="171" name="Google Shape;607;p39">
              <a:extLst>
                <a:ext uri="{FF2B5EF4-FFF2-40B4-BE49-F238E27FC236}">
                  <a16:creationId xmlns:a16="http://schemas.microsoft.com/office/drawing/2014/main" id="{3161D906-0AB7-4435-B6E0-65FA3088814F}"/>
                </a:ext>
              </a:extLst>
            </p:cNvPr>
            <p:cNvSpPr/>
            <p:nvPr/>
          </p:nvSpPr>
          <p:spPr>
            <a:xfrm flipH="1">
              <a:off x="5958855" y="3478265"/>
              <a:ext cx="134100" cy="13409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a-IR" sz="800" dirty="0">
                  <a:solidFill>
                    <a:schemeClr val="dk1"/>
                  </a:solidFill>
                  <a:latin typeface="Vazir FD-WOL" panose="020B0603030804020204" pitchFamily="34" charset="-78"/>
                  <a:ea typeface="Catamaran"/>
                  <a:cs typeface="Vazir FD-WOL" panose="020B0603030804020204" pitchFamily="34" charset="-78"/>
                  <a:sym typeface="Catamaran"/>
                </a:rPr>
                <a:t>3</a:t>
              </a:r>
              <a:endParaRPr sz="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</p:grp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85FB2DA9-9820-4E5E-A3C0-913754982C04}"/>
              </a:ext>
            </a:extLst>
          </p:cNvPr>
          <p:cNvGrpSpPr/>
          <p:nvPr/>
        </p:nvGrpSpPr>
        <p:grpSpPr>
          <a:xfrm>
            <a:off x="8619860" y="488928"/>
            <a:ext cx="334744" cy="334744"/>
            <a:chOff x="5858533" y="3371391"/>
            <a:chExt cx="334744" cy="334744"/>
          </a:xfrm>
        </p:grpSpPr>
        <p:sp>
          <p:nvSpPr>
            <p:cNvPr id="176" name="Google Shape;606;p39">
              <a:extLst>
                <a:ext uri="{FF2B5EF4-FFF2-40B4-BE49-F238E27FC236}">
                  <a16:creationId xmlns:a16="http://schemas.microsoft.com/office/drawing/2014/main" id="{BFA6331C-330F-4A0C-8BEC-20A79F762588}"/>
                </a:ext>
              </a:extLst>
            </p:cNvPr>
            <p:cNvSpPr/>
            <p:nvPr/>
          </p:nvSpPr>
          <p:spPr>
            <a:xfrm rot="13248051">
              <a:off x="5858533" y="3371391"/>
              <a:ext cx="334744" cy="334744"/>
            </a:xfrm>
            <a:prstGeom prst="teardrop">
              <a:avLst>
                <a:gd name="adj" fmla="val 95976"/>
              </a:avLst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  <p:sp>
          <p:nvSpPr>
            <p:cNvPr id="177" name="Google Shape;607;p39">
              <a:extLst>
                <a:ext uri="{FF2B5EF4-FFF2-40B4-BE49-F238E27FC236}">
                  <a16:creationId xmlns:a16="http://schemas.microsoft.com/office/drawing/2014/main" id="{9F67978A-2AB8-458F-BBAE-796DDE89B0BF}"/>
                </a:ext>
              </a:extLst>
            </p:cNvPr>
            <p:cNvSpPr/>
            <p:nvPr/>
          </p:nvSpPr>
          <p:spPr>
            <a:xfrm flipH="1">
              <a:off x="5958855" y="3478265"/>
              <a:ext cx="134100" cy="13409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a-IR" sz="800" dirty="0">
                  <a:solidFill>
                    <a:schemeClr val="dk1"/>
                  </a:solidFill>
                  <a:latin typeface="Vazir FD-WOL" panose="020B0603030804020204" pitchFamily="34" charset="-78"/>
                  <a:ea typeface="Catamaran"/>
                  <a:cs typeface="Vazir FD-WOL" panose="020B0603030804020204" pitchFamily="34" charset="-78"/>
                  <a:sym typeface="Catamaran"/>
                </a:rPr>
                <a:t>1</a:t>
              </a:r>
              <a:endParaRPr sz="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</p:grp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705762E8-5DA5-46C0-B527-8EB0E2381A3A}"/>
              </a:ext>
            </a:extLst>
          </p:cNvPr>
          <p:cNvGrpSpPr/>
          <p:nvPr/>
        </p:nvGrpSpPr>
        <p:grpSpPr>
          <a:xfrm>
            <a:off x="8613156" y="3244845"/>
            <a:ext cx="334744" cy="334744"/>
            <a:chOff x="5858533" y="3371391"/>
            <a:chExt cx="334744" cy="334744"/>
          </a:xfrm>
        </p:grpSpPr>
        <p:sp>
          <p:nvSpPr>
            <p:cNvPr id="179" name="Google Shape;606;p39">
              <a:extLst>
                <a:ext uri="{FF2B5EF4-FFF2-40B4-BE49-F238E27FC236}">
                  <a16:creationId xmlns:a16="http://schemas.microsoft.com/office/drawing/2014/main" id="{1C268A1C-94D1-45A0-8AAB-024E02FECA32}"/>
                </a:ext>
              </a:extLst>
            </p:cNvPr>
            <p:cNvSpPr/>
            <p:nvPr/>
          </p:nvSpPr>
          <p:spPr>
            <a:xfrm rot="13248051">
              <a:off x="5858533" y="3371391"/>
              <a:ext cx="334744" cy="334744"/>
            </a:xfrm>
            <a:prstGeom prst="teardrop">
              <a:avLst>
                <a:gd name="adj" fmla="val 95976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  <p:sp>
          <p:nvSpPr>
            <p:cNvPr id="180" name="Google Shape;607;p39">
              <a:extLst>
                <a:ext uri="{FF2B5EF4-FFF2-40B4-BE49-F238E27FC236}">
                  <a16:creationId xmlns:a16="http://schemas.microsoft.com/office/drawing/2014/main" id="{40FDC796-3573-41A2-8118-388C2B9B2C51}"/>
                </a:ext>
              </a:extLst>
            </p:cNvPr>
            <p:cNvSpPr/>
            <p:nvPr/>
          </p:nvSpPr>
          <p:spPr>
            <a:xfrm flipH="1">
              <a:off x="5958855" y="3478265"/>
              <a:ext cx="134100" cy="13409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a-IR" sz="800" dirty="0">
                  <a:solidFill>
                    <a:schemeClr val="dk1"/>
                  </a:solidFill>
                  <a:latin typeface="Vazir FD-WOL" panose="020B0603030804020204" pitchFamily="34" charset="-78"/>
                  <a:ea typeface="Catamaran"/>
                  <a:cs typeface="Vazir FD-WOL" panose="020B0603030804020204" pitchFamily="34" charset="-78"/>
                  <a:sym typeface="Catamaran"/>
                </a:rPr>
                <a:t>5</a:t>
              </a:r>
              <a:endParaRPr sz="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</p:grpSp>
      <p:grpSp>
        <p:nvGrpSpPr>
          <p:cNvPr id="181" name="Group 180">
            <a:extLst>
              <a:ext uri="{FF2B5EF4-FFF2-40B4-BE49-F238E27FC236}">
                <a16:creationId xmlns:a16="http://schemas.microsoft.com/office/drawing/2014/main" id="{380C664D-E262-42DF-9AF4-C6DA7AD3878D}"/>
              </a:ext>
            </a:extLst>
          </p:cNvPr>
          <p:cNvGrpSpPr/>
          <p:nvPr/>
        </p:nvGrpSpPr>
        <p:grpSpPr>
          <a:xfrm>
            <a:off x="6958941" y="2571750"/>
            <a:ext cx="334744" cy="334744"/>
            <a:chOff x="5858533" y="3371391"/>
            <a:chExt cx="334744" cy="334744"/>
          </a:xfrm>
        </p:grpSpPr>
        <p:sp>
          <p:nvSpPr>
            <p:cNvPr id="182" name="Google Shape;606;p39">
              <a:extLst>
                <a:ext uri="{FF2B5EF4-FFF2-40B4-BE49-F238E27FC236}">
                  <a16:creationId xmlns:a16="http://schemas.microsoft.com/office/drawing/2014/main" id="{8D4DD1D8-DC73-417E-87FD-1AAB18F94AA8}"/>
                </a:ext>
              </a:extLst>
            </p:cNvPr>
            <p:cNvSpPr/>
            <p:nvPr/>
          </p:nvSpPr>
          <p:spPr>
            <a:xfrm rot="2637262">
              <a:off x="5858533" y="3371391"/>
              <a:ext cx="334744" cy="334744"/>
            </a:xfrm>
            <a:prstGeom prst="teardrop">
              <a:avLst>
                <a:gd name="adj" fmla="val 95976"/>
              </a:avLst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  <p:sp>
          <p:nvSpPr>
            <p:cNvPr id="183" name="Google Shape;607;p39">
              <a:extLst>
                <a:ext uri="{FF2B5EF4-FFF2-40B4-BE49-F238E27FC236}">
                  <a16:creationId xmlns:a16="http://schemas.microsoft.com/office/drawing/2014/main" id="{39033152-8FC9-4C4E-854F-CEF81B77D2D2}"/>
                </a:ext>
              </a:extLst>
            </p:cNvPr>
            <p:cNvSpPr/>
            <p:nvPr/>
          </p:nvSpPr>
          <p:spPr>
            <a:xfrm flipH="1">
              <a:off x="5958855" y="3478265"/>
              <a:ext cx="134100" cy="13409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a-IR" sz="800" dirty="0">
                  <a:solidFill>
                    <a:schemeClr val="dk1"/>
                  </a:solidFill>
                  <a:latin typeface="Vazir FD-WOL" panose="020B0603030804020204" pitchFamily="34" charset="-78"/>
                  <a:ea typeface="Catamaran"/>
                  <a:cs typeface="Vazir FD-WOL" panose="020B0603030804020204" pitchFamily="34" charset="-78"/>
                  <a:sym typeface="Catamaran"/>
                </a:rPr>
                <a:t>4</a:t>
              </a:r>
              <a:endParaRPr sz="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</p:grp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E845D49F-CFC4-4A8D-843F-F2B2EE601941}"/>
              </a:ext>
            </a:extLst>
          </p:cNvPr>
          <p:cNvGrpSpPr/>
          <p:nvPr/>
        </p:nvGrpSpPr>
        <p:grpSpPr>
          <a:xfrm>
            <a:off x="6958941" y="3958304"/>
            <a:ext cx="334744" cy="334744"/>
            <a:chOff x="5858533" y="3371391"/>
            <a:chExt cx="334744" cy="334744"/>
          </a:xfrm>
        </p:grpSpPr>
        <p:sp>
          <p:nvSpPr>
            <p:cNvPr id="185" name="Google Shape;606;p39">
              <a:extLst>
                <a:ext uri="{FF2B5EF4-FFF2-40B4-BE49-F238E27FC236}">
                  <a16:creationId xmlns:a16="http://schemas.microsoft.com/office/drawing/2014/main" id="{E0339356-B776-4ADB-BB33-A8E458CBF95F}"/>
                </a:ext>
              </a:extLst>
            </p:cNvPr>
            <p:cNvSpPr/>
            <p:nvPr/>
          </p:nvSpPr>
          <p:spPr>
            <a:xfrm rot="2637262">
              <a:off x="5858533" y="3371391"/>
              <a:ext cx="334744" cy="334744"/>
            </a:xfrm>
            <a:prstGeom prst="teardrop">
              <a:avLst>
                <a:gd name="adj" fmla="val 95976"/>
              </a:avLst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  <p:sp>
          <p:nvSpPr>
            <p:cNvPr id="186" name="Google Shape;607;p39">
              <a:extLst>
                <a:ext uri="{FF2B5EF4-FFF2-40B4-BE49-F238E27FC236}">
                  <a16:creationId xmlns:a16="http://schemas.microsoft.com/office/drawing/2014/main" id="{2B15C32B-08E3-4776-9818-46FF5A149C67}"/>
                </a:ext>
              </a:extLst>
            </p:cNvPr>
            <p:cNvSpPr/>
            <p:nvPr/>
          </p:nvSpPr>
          <p:spPr>
            <a:xfrm flipH="1">
              <a:off x="5958855" y="3478265"/>
              <a:ext cx="134100" cy="13409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a-IR" sz="800" dirty="0">
                  <a:solidFill>
                    <a:schemeClr val="dk1"/>
                  </a:solidFill>
                  <a:latin typeface="Vazir FD-WOL" panose="020B0603030804020204" pitchFamily="34" charset="-78"/>
                  <a:ea typeface="Catamaran"/>
                  <a:cs typeface="Vazir FD-WOL" panose="020B0603030804020204" pitchFamily="34" charset="-78"/>
                  <a:sym typeface="Catamaran"/>
                </a:rPr>
                <a:t>6</a:t>
              </a:r>
              <a:endParaRPr sz="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</p:grpSp>
      <p:sp>
        <p:nvSpPr>
          <p:cNvPr id="187" name="Google Shape;616;p39">
            <a:extLst>
              <a:ext uri="{FF2B5EF4-FFF2-40B4-BE49-F238E27FC236}">
                <a16:creationId xmlns:a16="http://schemas.microsoft.com/office/drawing/2014/main" id="{C328D034-AE93-43FA-BFFB-D797D269CA48}"/>
              </a:ext>
            </a:extLst>
          </p:cNvPr>
          <p:cNvSpPr txBox="1"/>
          <p:nvPr/>
        </p:nvSpPr>
        <p:spPr>
          <a:xfrm>
            <a:off x="8418152" y="777961"/>
            <a:ext cx="623993" cy="35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900" dirty="0">
                <a:solidFill>
                  <a:schemeClr val="dk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rPr>
              <a:t>مقدمه و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900" dirty="0">
                <a:solidFill>
                  <a:schemeClr val="dk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rPr>
              <a:t>بیان مسئله</a:t>
            </a:r>
            <a:endParaRPr sz="900" dirty="0">
              <a:solidFill>
                <a:schemeClr val="dk1"/>
              </a:solidFill>
              <a:latin typeface="Vazir" panose="020B0603030804020204" pitchFamily="34" charset="-78"/>
              <a:ea typeface="Catamaran"/>
              <a:cs typeface="Vazir" panose="020B0603030804020204" pitchFamily="34" charset="-78"/>
              <a:sym typeface="Catamaran"/>
            </a:endParaRPr>
          </a:p>
        </p:txBody>
      </p:sp>
      <p:sp>
        <p:nvSpPr>
          <p:cNvPr id="188" name="Google Shape;616;p39">
            <a:extLst>
              <a:ext uri="{FF2B5EF4-FFF2-40B4-BE49-F238E27FC236}">
                <a16:creationId xmlns:a16="http://schemas.microsoft.com/office/drawing/2014/main" id="{D43DA39D-0842-40F5-8CC7-6A6E67896929}"/>
              </a:ext>
            </a:extLst>
          </p:cNvPr>
          <p:cNvSpPr txBox="1"/>
          <p:nvPr/>
        </p:nvSpPr>
        <p:spPr>
          <a:xfrm>
            <a:off x="6803098" y="1633055"/>
            <a:ext cx="635502" cy="134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900" dirty="0">
                <a:solidFill>
                  <a:schemeClr val="dk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rPr>
              <a:t>مفاهیم</a:t>
            </a:r>
            <a:endParaRPr sz="900" dirty="0">
              <a:solidFill>
                <a:schemeClr val="dk1"/>
              </a:solidFill>
              <a:latin typeface="Vazir" panose="020B0603030804020204" pitchFamily="34" charset="-78"/>
              <a:ea typeface="Catamaran"/>
              <a:cs typeface="Vazir" panose="020B0603030804020204" pitchFamily="34" charset="-78"/>
              <a:sym typeface="Catamaran"/>
            </a:endParaRPr>
          </a:p>
        </p:txBody>
      </p:sp>
      <p:sp>
        <p:nvSpPr>
          <p:cNvPr id="189" name="Google Shape;616;p39">
            <a:extLst>
              <a:ext uri="{FF2B5EF4-FFF2-40B4-BE49-F238E27FC236}">
                <a16:creationId xmlns:a16="http://schemas.microsoft.com/office/drawing/2014/main" id="{65E30DE2-FAF6-45DC-973F-655CF47BC284}"/>
              </a:ext>
            </a:extLst>
          </p:cNvPr>
          <p:cNvSpPr txBox="1"/>
          <p:nvPr/>
        </p:nvSpPr>
        <p:spPr>
          <a:xfrm>
            <a:off x="8372053" y="3698163"/>
            <a:ext cx="727517" cy="194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900" dirty="0">
                <a:solidFill>
                  <a:schemeClr val="dk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rPr>
              <a:t>جمع‌بندی و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900" dirty="0">
                <a:solidFill>
                  <a:schemeClr val="dk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rPr>
              <a:t>پیشنهادات</a:t>
            </a:r>
          </a:p>
        </p:txBody>
      </p:sp>
      <p:sp>
        <p:nvSpPr>
          <p:cNvPr id="190" name="Google Shape;616;p39">
            <a:extLst>
              <a:ext uri="{FF2B5EF4-FFF2-40B4-BE49-F238E27FC236}">
                <a16:creationId xmlns:a16="http://schemas.microsoft.com/office/drawing/2014/main" id="{F6A7202D-3D79-4933-90E6-90207491F687}"/>
              </a:ext>
            </a:extLst>
          </p:cNvPr>
          <p:cNvSpPr txBox="1"/>
          <p:nvPr/>
        </p:nvSpPr>
        <p:spPr>
          <a:xfrm>
            <a:off x="6757091" y="2903363"/>
            <a:ext cx="727517" cy="194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900" dirty="0">
                <a:solidFill>
                  <a:schemeClr val="dk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rPr>
              <a:t>نتایج</a:t>
            </a:r>
            <a:endParaRPr sz="900" dirty="0">
              <a:solidFill>
                <a:schemeClr val="dk1"/>
              </a:solidFill>
              <a:latin typeface="Vazir" panose="020B0603030804020204" pitchFamily="34" charset="-78"/>
              <a:ea typeface="Catamaran"/>
              <a:cs typeface="Vazir" panose="020B0603030804020204" pitchFamily="34" charset="-78"/>
              <a:sym typeface="Catamaran"/>
            </a:endParaRPr>
          </a:p>
        </p:txBody>
      </p:sp>
      <p:sp>
        <p:nvSpPr>
          <p:cNvPr id="191" name="Google Shape;616;p39">
            <a:extLst>
              <a:ext uri="{FF2B5EF4-FFF2-40B4-BE49-F238E27FC236}">
                <a16:creationId xmlns:a16="http://schemas.microsoft.com/office/drawing/2014/main" id="{5772928D-7B6B-4F34-99FE-3F6CF6BE10FB}"/>
              </a:ext>
            </a:extLst>
          </p:cNvPr>
          <p:cNvSpPr txBox="1"/>
          <p:nvPr/>
        </p:nvSpPr>
        <p:spPr>
          <a:xfrm>
            <a:off x="6803098" y="4427975"/>
            <a:ext cx="727517" cy="194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900" dirty="0">
                <a:solidFill>
                  <a:schemeClr val="dk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rPr>
              <a:t>پاسخگویی به سؤالات</a:t>
            </a:r>
            <a:endParaRPr sz="900" dirty="0">
              <a:solidFill>
                <a:schemeClr val="dk1"/>
              </a:solidFill>
              <a:latin typeface="Vazir" panose="020B0603030804020204" pitchFamily="34" charset="-78"/>
              <a:ea typeface="Catamaran"/>
              <a:cs typeface="Vazir" panose="020B0603030804020204" pitchFamily="34" charset="-78"/>
              <a:sym typeface="Catamaran"/>
            </a:endParaRPr>
          </a:p>
        </p:txBody>
      </p:sp>
      <p:sp>
        <p:nvSpPr>
          <p:cNvPr id="192" name="Google Shape;120;p7">
            <a:extLst>
              <a:ext uri="{FF2B5EF4-FFF2-40B4-BE49-F238E27FC236}">
                <a16:creationId xmlns:a16="http://schemas.microsoft.com/office/drawing/2014/main" id="{4A7A9DB2-86BD-43FB-B38F-A71CB541AAC1}"/>
              </a:ext>
            </a:extLst>
          </p:cNvPr>
          <p:cNvSpPr txBox="1">
            <a:spLocks/>
          </p:cNvSpPr>
          <p:nvPr/>
        </p:nvSpPr>
        <p:spPr>
          <a:xfrm>
            <a:off x="114716" y="656300"/>
            <a:ext cx="1199437" cy="39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3970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00" b="0" i="0" u="none" strike="noStrike" cap="none">
                <a:solidFill>
                  <a:schemeClr val="tx1">
                    <a:lumMod val="90000"/>
                    <a:lumOff val="10000"/>
                  </a:schemeClr>
                </a:solidFill>
                <a:latin typeface="Vazir" panose="020B0603030804020204" pitchFamily="34" charset="-78"/>
                <a:ea typeface="Arial"/>
                <a:cs typeface="Vazir" panose="020B0603030804020204" pitchFamily="34" charset="-78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⬡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⬡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a-IR" dirty="0"/>
              <a:t>دانشگاه اصفهان</a:t>
            </a:r>
          </a:p>
          <a:p>
            <a:r>
              <a:rPr lang="fa-IR" dirty="0"/>
              <a:t>دانشکده مهندسی کامپیوتر</a:t>
            </a:r>
          </a:p>
          <a:p>
            <a:r>
              <a:rPr lang="fa-IR" dirty="0"/>
              <a:t>گروه مهندسی فناوری اطلاعات</a:t>
            </a:r>
          </a:p>
        </p:txBody>
      </p:sp>
      <p:sp>
        <p:nvSpPr>
          <p:cNvPr id="193" name="Google Shape;239;p17">
            <a:extLst>
              <a:ext uri="{FF2B5EF4-FFF2-40B4-BE49-F238E27FC236}">
                <a16:creationId xmlns:a16="http://schemas.microsoft.com/office/drawing/2014/main" id="{433169B9-33CE-4384-97B2-534E57CAFC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4533" y="366505"/>
            <a:ext cx="6010500" cy="39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2800" dirty="0">
                <a:latin typeface="Vazir" panose="020B0603030804020204" pitchFamily="34" charset="-78"/>
                <a:cs typeface="Vazir" panose="020B0603030804020204" pitchFamily="34" charset="-78"/>
              </a:rPr>
              <a:t>بخش پنجم: جمع‌بندی و پیشنهادات</a:t>
            </a:r>
            <a:endParaRPr sz="2800" dirty="0">
              <a:latin typeface="Vazir" panose="020B0603030804020204" pitchFamily="34" charset="-78"/>
              <a:cs typeface="Vazir" panose="020B0603030804020204" pitchFamily="34" charset="-78"/>
            </a:endParaRPr>
          </a:p>
        </p:txBody>
      </p:sp>
      <p:sp>
        <p:nvSpPr>
          <p:cNvPr id="217" name="Google Shape;125;p8">
            <a:extLst>
              <a:ext uri="{FF2B5EF4-FFF2-40B4-BE49-F238E27FC236}">
                <a16:creationId xmlns:a16="http://schemas.microsoft.com/office/drawing/2014/main" id="{1C9D5385-CA31-4C5C-BA9E-4B4243D6E0D2}"/>
              </a:ext>
            </a:extLst>
          </p:cNvPr>
          <p:cNvSpPr/>
          <p:nvPr/>
        </p:nvSpPr>
        <p:spPr>
          <a:xfrm>
            <a:off x="8574184" y="4822960"/>
            <a:ext cx="525386" cy="271414"/>
          </a:xfrm>
          <a:custGeom>
            <a:avLst/>
            <a:gdLst/>
            <a:ahLst/>
            <a:cxnLst/>
            <a:rect l="l" t="t" r="r" b="b"/>
            <a:pathLst>
              <a:path w="21598" h="21315" extrusionOk="0">
                <a:moveTo>
                  <a:pt x="21599" y="14389"/>
                </a:moveTo>
                <a:lnTo>
                  <a:pt x="21599" y="6924"/>
                </a:lnTo>
                <a:cubicBezTo>
                  <a:pt x="21599" y="5784"/>
                  <a:pt x="20918" y="4730"/>
                  <a:pt x="19814" y="4161"/>
                </a:cubicBezTo>
                <a:lnTo>
                  <a:pt x="12583" y="428"/>
                </a:lnTo>
                <a:cubicBezTo>
                  <a:pt x="11478" y="-142"/>
                  <a:pt x="10118" y="-142"/>
                  <a:pt x="9013" y="428"/>
                </a:cubicBezTo>
                <a:lnTo>
                  <a:pt x="1783" y="4161"/>
                </a:lnTo>
                <a:cubicBezTo>
                  <a:pt x="679" y="4731"/>
                  <a:pt x="0" y="5784"/>
                  <a:pt x="0" y="6924"/>
                </a:cubicBezTo>
                <a:lnTo>
                  <a:pt x="0" y="14392"/>
                </a:lnTo>
                <a:cubicBezTo>
                  <a:pt x="1" y="15532"/>
                  <a:pt x="681" y="16585"/>
                  <a:pt x="1785" y="17155"/>
                </a:cubicBezTo>
                <a:lnTo>
                  <a:pt x="9016" y="20888"/>
                </a:lnTo>
                <a:cubicBezTo>
                  <a:pt x="10120" y="21458"/>
                  <a:pt x="11481" y="21458"/>
                  <a:pt x="12585" y="20888"/>
                </a:cubicBezTo>
                <a:lnTo>
                  <a:pt x="19816" y="17155"/>
                </a:lnTo>
                <a:cubicBezTo>
                  <a:pt x="20920" y="16584"/>
                  <a:pt x="21600" y="15530"/>
                  <a:pt x="21599" y="14389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fa-IR" sz="1000" i="0" u="none" strike="noStrike" cap="none" dirty="0">
                <a:solidFill>
                  <a:schemeClr val="bg1"/>
                </a:solidFill>
                <a:latin typeface="Vazir FD-WOL" panose="020B0603030804020204" pitchFamily="34" charset="-78"/>
                <a:cs typeface="Vazir FD-WOL" panose="020B0603030804020204" pitchFamily="34" charset="-78"/>
              </a:rPr>
              <a:t>17</a:t>
            </a:r>
            <a:r>
              <a:rPr lang="fa-IR" sz="1000" i="0" u="none" strike="noStrike" cap="none" dirty="0">
                <a:solidFill>
                  <a:schemeClr val="bg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از </a:t>
            </a:r>
            <a:r>
              <a:rPr lang="fa-IR" sz="1000" i="0" u="none" strike="noStrike" cap="none" dirty="0">
                <a:solidFill>
                  <a:schemeClr val="bg1"/>
                </a:solidFill>
                <a:latin typeface="Vazir FD-WOL" panose="020B0603030804020204" pitchFamily="34" charset="-78"/>
                <a:cs typeface="Vazir FD-WOL" panose="020B0603030804020204" pitchFamily="34" charset="-78"/>
              </a:rPr>
              <a:t>19</a:t>
            </a:r>
            <a:endParaRPr sz="1000" i="0" u="none" strike="noStrike" cap="none" dirty="0">
              <a:solidFill>
                <a:schemeClr val="bg1"/>
              </a:solidFill>
              <a:latin typeface="Vazir FD-WOL" panose="020B0603030804020204" pitchFamily="34" charset="-78"/>
              <a:cs typeface="Vazir FD-WOL" panose="020B0603030804020204" pitchFamily="34" charset="-78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A7FE2B1-9532-435F-B828-C102447822BF}"/>
              </a:ext>
            </a:extLst>
          </p:cNvPr>
          <p:cNvGrpSpPr/>
          <p:nvPr/>
        </p:nvGrpSpPr>
        <p:grpSpPr>
          <a:xfrm>
            <a:off x="1925421" y="2571750"/>
            <a:ext cx="4662059" cy="1440944"/>
            <a:chOff x="1557113" y="1136584"/>
            <a:chExt cx="5078700" cy="1743238"/>
          </a:xfrm>
        </p:grpSpPr>
        <p:sp>
          <p:nvSpPr>
            <p:cNvPr id="43" name="Google Shape;651;p41">
              <a:extLst>
                <a:ext uri="{FF2B5EF4-FFF2-40B4-BE49-F238E27FC236}">
                  <a16:creationId xmlns:a16="http://schemas.microsoft.com/office/drawing/2014/main" id="{7CD565B6-EA2A-49C1-980B-B09D5166A55E}"/>
                </a:ext>
              </a:extLst>
            </p:cNvPr>
            <p:cNvSpPr/>
            <p:nvPr/>
          </p:nvSpPr>
          <p:spPr>
            <a:xfrm>
              <a:off x="3263044" y="1759344"/>
              <a:ext cx="910425" cy="400749"/>
            </a:xfrm>
            <a:prstGeom prst="rect">
              <a:avLst/>
            </a:prstGeom>
          </p:spPr>
          <p:txBody>
            <a:bodyPr>
              <a:prstTxWarp prst="textPlain">
                <a:avLst/>
              </a:prstTxWarp>
            </a:bodyPr>
            <a:lstStyle/>
            <a:p>
              <a:pPr lvl="0" algn="ctr"/>
              <a:endParaRPr sz="100" b="1" i="0" dirty="0">
                <a:ln>
                  <a:noFill/>
                </a:ln>
                <a:solidFill>
                  <a:schemeClr val="lt1"/>
                </a:solidFill>
                <a:latin typeface="Vazir" panose="020B0603030804020204" pitchFamily="34" charset="-78"/>
                <a:cs typeface="Vazir" panose="020B0603030804020204" pitchFamily="34" charset="-78"/>
              </a:endParaRPr>
            </a:p>
          </p:txBody>
        </p:sp>
        <p:cxnSp>
          <p:nvCxnSpPr>
            <p:cNvPr id="40" name="Google Shape;278;p26">
              <a:extLst>
                <a:ext uri="{FF2B5EF4-FFF2-40B4-BE49-F238E27FC236}">
                  <a16:creationId xmlns:a16="http://schemas.microsoft.com/office/drawing/2014/main" id="{B7CE6C32-2C03-48AA-ADCE-3080527493F8}"/>
                </a:ext>
              </a:extLst>
            </p:cNvPr>
            <p:cNvCxnSpPr>
              <a:cxnSpLocks/>
              <a:stCxn id="47" idx="2"/>
              <a:endCxn id="49" idx="0"/>
            </p:cNvCxnSpPr>
            <p:nvPr/>
          </p:nvCxnSpPr>
          <p:spPr>
            <a:xfrm rot="16200000" flipH="1">
              <a:off x="4694394" y="1123053"/>
              <a:ext cx="574438" cy="17703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oval" w="med" len="med"/>
              <a:tailEnd type="oval" w="med" len="med"/>
            </a:ln>
          </p:spPr>
        </p:cxnSp>
        <p:cxnSp>
          <p:nvCxnSpPr>
            <p:cNvPr id="46" name="Google Shape;290;p26">
              <a:extLst>
                <a:ext uri="{FF2B5EF4-FFF2-40B4-BE49-F238E27FC236}">
                  <a16:creationId xmlns:a16="http://schemas.microsoft.com/office/drawing/2014/main" id="{16718AE0-4807-4A63-B704-DB07804FDAE1}"/>
                </a:ext>
              </a:extLst>
            </p:cNvPr>
            <p:cNvCxnSpPr>
              <a:cxnSpLocks/>
              <a:stCxn id="48" idx="0"/>
              <a:endCxn id="47" idx="2"/>
            </p:cNvCxnSpPr>
            <p:nvPr/>
          </p:nvCxnSpPr>
          <p:spPr>
            <a:xfrm rot="5400000" flipH="1" flipV="1">
              <a:off x="2924094" y="1123053"/>
              <a:ext cx="574438" cy="17703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oval" w="med" len="med"/>
              <a:tailEnd type="oval" w="med" len="med"/>
            </a:ln>
          </p:spPr>
        </p:cxnSp>
        <p:sp>
          <p:nvSpPr>
            <p:cNvPr id="47" name="Google Shape;279;p26">
              <a:extLst>
                <a:ext uri="{FF2B5EF4-FFF2-40B4-BE49-F238E27FC236}">
                  <a16:creationId xmlns:a16="http://schemas.microsoft.com/office/drawing/2014/main" id="{CD3175A3-C2F3-4183-85AE-521B35782554}"/>
                </a:ext>
              </a:extLst>
            </p:cNvPr>
            <p:cNvSpPr txBox="1"/>
            <p:nvPr/>
          </p:nvSpPr>
          <p:spPr>
            <a:xfrm>
              <a:off x="2326162" y="1136584"/>
              <a:ext cx="3540600" cy="5843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 rtl="1"/>
              <a:r>
                <a:rPr lang="fa-IR" sz="12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azir" panose="020B0603030804020204" pitchFamily="34" charset="-78"/>
                  <a:cs typeface="Vazir" panose="020B0603030804020204" pitchFamily="34" charset="-78"/>
                </a:rPr>
                <a:t>قدرتمندترین الگوریتم‌های انتخاب ویژگی</a:t>
              </a:r>
            </a:p>
          </p:txBody>
        </p:sp>
        <p:sp>
          <p:nvSpPr>
            <p:cNvPr id="48" name="Google Shape;282;p26">
              <a:extLst>
                <a:ext uri="{FF2B5EF4-FFF2-40B4-BE49-F238E27FC236}">
                  <a16:creationId xmlns:a16="http://schemas.microsoft.com/office/drawing/2014/main" id="{F9A98B9E-8248-4406-B857-F905C94C3E03}"/>
                </a:ext>
              </a:extLst>
            </p:cNvPr>
            <p:cNvSpPr txBox="1"/>
            <p:nvPr/>
          </p:nvSpPr>
          <p:spPr>
            <a:xfrm>
              <a:off x="1557113" y="2295422"/>
              <a:ext cx="1538100" cy="584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azir" panose="020B0603030804020204" pitchFamily="34" charset="-78"/>
                  <a:ea typeface="Nunito"/>
                  <a:cs typeface="Vazir" panose="020B0603030804020204" pitchFamily="34" charset="-78"/>
                  <a:sym typeface="Nunito"/>
                </a:rPr>
                <a:t>XGBoost</a:t>
              </a:r>
              <a:endParaRPr sz="1200" dirty="0">
                <a:solidFill>
                  <a:schemeClr val="tx1">
                    <a:lumMod val="90000"/>
                    <a:lumOff val="10000"/>
                  </a:schemeClr>
                </a:solidFill>
                <a:latin typeface="Vazir" panose="020B0603030804020204" pitchFamily="34" charset="-78"/>
                <a:ea typeface="Nunito"/>
                <a:cs typeface="Vazir" panose="020B0603030804020204" pitchFamily="34" charset="-78"/>
                <a:sym typeface="Nunito"/>
              </a:endParaRPr>
            </a:p>
          </p:txBody>
        </p:sp>
        <p:sp>
          <p:nvSpPr>
            <p:cNvPr id="49" name="Google Shape;280;p26">
              <a:extLst>
                <a:ext uri="{FF2B5EF4-FFF2-40B4-BE49-F238E27FC236}">
                  <a16:creationId xmlns:a16="http://schemas.microsoft.com/office/drawing/2014/main" id="{745E1EEC-0F41-43E3-BB05-7395BFB323AB}"/>
                </a:ext>
              </a:extLst>
            </p:cNvPr>
            <p:cNvSpPr txBox="1"/>
            <p:nvPr/>
          </p:nvSpPr>
          <p:spPr>
            <a:xfrm>
              <a:off x="5097713" y="2295422"/>
              <a:ext cx="1538100" cy="584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azir" panose="020B0603030804020204" pitchFamily="34" charset="-78"/>
                  <a:ea typeface="Nunito"/>
                  <a:cs typeface="Vazir" panose="020B0603030804020204" pitchFamily="34" charset="-78"/>
                  <a:sym typeface="Nunito"/>
                </a:rPr>
                <a:t>ElasticNet</a:t>
              </a:r>
              <a:endParaRPr sz="1200" dirty="0">
                <a:solidFill>
                  <a:schemeClr val="tx1">
                    <a:lumMod val="90000"/>
                    <a:lumOff val="10000"/>
                  </a:schemeClr>
                </a:solidFill>
                <a:latin typeface="Vazir" panose="020B0603030804020204" pitchFamily="34" charset="-78"/>
                <a:ea typeface="Nunito"/>
                <a:cs typeface="Vazir" panose="020B0603030804020204" pitchFamily="34" charset="-78"/>
                <a:sym typeface="Nunito"/>
              </a:endParaRPr>
            </a:p>
          </p:txBody>
        </p:sp>
      </p:grpSp>
      <p:sp>
        <p:nvSpPr>
          <p:cNvPr id="42" name="Google Shape;279;p26">
            <a:extLst>
              <a:ext uri="{FF2B5EF4-FFF2-40B4-BE49-F238E27FC236}">
                <a16:creationId xmlns:a16="http://schemas.microsoft.com/office/drawing/2014/main" id="{60DE7F6D-4E5C-4454-910D-69B716D15CFA}"/>
              </a:ext>
            </a:extLst>
          </p:cNvPr>
          <p:cNvSpPr txBox="1"/>
          <p:nvPr/>
        </p:nvSpPr>
        <p:spPr>
          <a:xfrm>
            <a:off x="2457182" y="1391525"/>
            <a:ext cx="3744903" cy="48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 rtl="1"/>
            <a:r>
              <a:rPr lang="fa-IR" sz="1200" dirty="0">
                <a:solidFill>
                  <a:schemeClr val="tx1">
                    <a:lumMod val="90000"/>
                    <a:lumOff val="10000"/>
                  </a:schemeClr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هدف: افتراق ناحیه‌ی عفونی و اطراف آن با استفاده از تحلیل ویژگی‌های رادیومیکس</a:t>
            </a:r>
          </a:p>
        </p:txBody>
      </p:sp>
    </p:spTree>
    <p:extLst>
      <p:ext uri="{BB962C8B-B14F-4D97-AF65-F5344CB8AC3E}">
        <p14:creationId xmlns:p14="http://schemas.microsoft.com/office/powerpoint/2010/main" val="101494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92EB0CC-A94B-419A-A4FA-3D53B5B5D1DD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ar-BH" dirty="0">
                <a:latin typeface="Vazir" panose="020B0603030804020204" pitchFamily="34" charset="-78"/>
                <a:cs typeface="Vazir" panose="020B0603030804020204" pitchFamily="34" charset="-78"/>
              </a:rPr>
              <a:t>سحر سرکار - تحلیل ویژگی‌های رادیومیکس برای تشخیص عفونت در ریه - شهریور </a:t>
            </a:r>
            <a:r>
              <a:rPr lang="ar-BH" dirty="0">
                <a:latin typeface="Vazir FD-WOL" panose="020B0603030804020204" pitchFamily="34" charset="-78"/>
                <a:cs typeface="Vazir FD-WOL" panose="020B0603030804020204" pitchFamily="34" charset="-78"/>
              </a:rPr>
              <a:t>1400</a:t>
            </a:r>
            <a:endParaRPr lang="en-US" dirty="0">
              <a:latin typeface="Vazir FD-WOL" panose="020B0603030804020204" pitchFamily="34" charset="-78"/>
              <a:cs typeface="Vazir FD-WOL" panose="020B0603030804020204" pitchFamily="34" charset="-78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5A031A7-13FD-47CE-A02B-DE9AC34C57FE}"/>
              </a:ext>
            </a:extLst>
          </p:cNvPr>
          <p:cNvGrpSpPr/>
          <p:nvPr/>
        </p:nvGrpSpPr>
        <p:grpSpPr>
          <a:xfrm rot="16200000">
            <a:off x="4892224" y="1966620"/>
            <a:ext cx="6152709" cy="886850"/>
            <a:chOff x="0" y="2536120"/>
            <a:chExt cx="9144000" cy="1011043"/>
          </a:xfrm>
        </p:grpSpPr>
        <p:sp>
          <p:nvSpPr>
            <p:cNvPr id="58" name="Google Shape;594;p39">
              <a:extLst>
                <a:ext uri="{FF2B5EF4-FFF2-40B4-BE49-F238E27FC236}">
                  <a16:creationId xmlns:a16="http://schemas.microsoft.com/office/drawing/2014/main" id="{50921073-1AD5-4BF4-B917-0BD453041470}"/>
                </a:ext>
              </a:extLst>
            </p:cNvPr>
            <p:cNvSpPr/>
            <p:nvPr/>
          </p:nvSpPr>
          <p:spPr>
            <a:xfrm>
              <a:off x="0" y="2536120"/>
              <a:ext cx="9144000" cy="1011043"/>
            </a:xfrm>
            <a:custGeom>
              <a:avLst/>
              <a:gdLst/>
              <a:ahLst/>
              <a:cxnLst/>
              <a:rect l="l" t="t" r="r" b="b"/>
              <a:pathLst>
                <a:path w="12192000" h="1348058" extrusionOk="0">
                  <a:moveTo>
                    <a:pt x="12192000" y="0"/>
                  </a:moveTo>
                  <a:lnTo>
                    <a:pt x="10837333" y="0"/>
                  </a:lnTo>
                  <a:cubicBezTo>
                    <a:pt x="10463295" y="0"/>
                    <a:pt x="10160000" y="301773"/>
                    <a:pt x="10160000" y="674029"/>
                  </a:cubicBezTo>
                  <a:lnTo>
                    <a:pt x="10160000" y="674029"/>
                  </a:lnTo>
                  <a:cubicBezTo>
                    <a:pt x="10160000" y="1046281"/>
                    <a:pt x="9856705" y="1348059"/>
                    <a:pt x="9482667" y="1348059"/>
                  </a:cubicBezTo>
                  <a:lnTo>
                    <a:pt x="9482667" y="1348059"/>
                  </a:lnTo>
                  <a:cubicBezTo>
                    <a:pt x="9108581" y="1348059"/>
                    <a:pt x="8805333" y="1046281"/>
                    <a:pt x="8805333" y="674029"/>
                  </a:cubicBezTo>
                  <a:lnTo>
                    <a:pt x="8805333" y="674029"/>
                  </a:lnTo>
                  <a:cubicBezTo>
                    <a:pt x="8805333" y="301773"/>
                    <a:pt x="8502086" y="0"/>
                    <a:pt x="8128000" y="0"/>
                  </a:cubicBezTo>
                  <a:lnTo>
                    <a:pt x="8128000" y="0"/>
                  </a:lnTo>
                  <a:cubicBezTo>
                    <a:pt x="7753915" y="0"/>
                    <a:pt x="7450667" y="301773"/>
                    <a:pt x="7450667" y="674029"/>
                  </a:cubicBezTo>
                  <a:lnTo>
                    <a:pt x="7450667" y="674029"/>
                  </a:lnTo>
                  <a:cubicBezTo>
                    <a:pt x="7450667" y="1046281"/>
                    <a:pt x="7147419" y="1348059"/>
                    <a:pt x="6773334" y="1348059"/>
                  </a:cubicBezTo>
                  <a:lnTo>
                    <a:pt x="6773334" y="1348059"/>
                  </a:lnTo>
                  <a:cubicBezTo>
                    <a:pt x="6399248" y="1348059"/>
                    <a:pt x="6096000" y="1046281"/>
                    <a:pt x="6096000" y="674029"/>
                  </a:cubicBezTo>
                  <a:lnTo>
                    <a:pt x="6096000" y="674029"/>
                  </a:lnTo>
                  <a:cubicBezTo>
                    <a:pt x="6096000" y="301773"/>
                    <a:pt x="5792753" y="0"/>
                    <a:pt x="5418667" y="0"/>
                  </a:cubicBezTo>
                  <a:lnTo>
                    <a:pt x="5418667" y="0"/>
                  </a:lnTo>
                  <a:cubicBezTo>
                    <a:pt x="5044581" y="0"/>
                    <a:pt x="4741334" y="301773"/>
                    <a:pt x="4741334" y="674029"/>
                  </a:cubicBezTo>
                  <a:lnTo>
                    <a:pt x="4741334" y="674029"/>
                  </a:lnTo>
                  <a:cubicBezTo>
                    <a:pt x="4741334" y="1046281"/>
                    <a:pt x="4438076" y="1348059"/>
                    <a:pt x="4064000" y="1348059"/>
                  </a:cubicBezTo>
                  <a:lnTo>
                    <a:pt x="4064000" y="1348059"/>
                  </a:lnTo>
                  <a:cubicBezTo>
                    <a:pt x="3689924" y="1348059"/>
                    <a:pt x="3386667" y="1046281"/>
                    <a:pt x="3386667" y="674029"/>
                  </a:cubicBezTo>
                  <a:lnTo>
                    <a:pt x="3386667" y="674029"/>
                  </a:lnTo>
                  <a:cubicBezTo>
                    <a:pt x="3386667" y="301773"/>
                    <a:pt x="3083410" y="0"/>
                    <a:pt x="2709333" y="0"/>
                  </a:cubicBezTo>
                  <a:lnTo>
                    <a:pt x="2709333" y="0"/>
                  </a:lnTo>
                  <a:cubicBezTo>
                    <a:pt x="2335257" y="0"/>
                    <a:pt x="2032000" y="301773"/>
                    <a:pt x="2032000" y="674029"/>
                  </a:cubicBezTo>
                  <a:lnTo>
                    <a:pt x="2032000" y="674029"/>
                  </a:lnTo>
                  <a:cubicBezTo>
                    <a:pt x="2032000" y="1046281"/>
                    <a:pt x="1728743" y="1348059"/>
                    <a:pt x="1354667" y="1348059"/>
                  </a:cubicBezTo>
                  <a:lnTo>
                    <a:pt x="0" y="1348059"/>
                  </a:lnTo>
                </a:path>
              </a:pathLst>
            </a:custGeom>
            <a:noFill/>
            <a:ln w="228600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Vazir" panose="020B0603030804020204" pitchFamily="34" charset="-78"/>
                <a:ea typeface="Calibri"/>
                <a:cs typeface="Vazir" panose="020B0603030804020204" pitchFamily="34" charset="-78"/>
                <a:sym typeface="Calibri"/>
              </a:endParaRPr>
            </a:p>
          </p:txBody>
        </p:sp>
        <p:sp>
          <p:nvSpPr>
            <p:cNvPr id="59" name="Google Shape;595;p39">
              <a:extLst>
                <a:ext uri="{FF2B5EF4-FFF2-40B4-BE49-F238E27FC236}">
                  <a16:creationId xmlns:a16="http://schemas.microsoft.com/office/drawing/2014/main" id="{80BD9715-5D54-48BA-8232-EBD61376B29C}"/>
                </a:ext>
              </a:extLst>
            </p:cNvPr>
            <p:cNvSpPr/>
            <p:nvPr/>
          </p:nvSpPr>
          <p:spPr>
            <a:xfrm>
              <a:off x="0" y="2536120"/>
              <a:ext cx="9144000" cy="1011043"/>
            </a:xfrm>
            <a:custGeom>
              <a:avLst/>
              <a:gdLst/>
              <a:ahLst/>
              <a:cxnLst/>
              <a:rect l="l" t="t" r="r" b="b"/>
              <a:pathLst>
                <a:path w="12192000" h="1348058" extrusionOk="0">
                  <a:moveTo>
                    <a:pt x="12192000" y="0"/>
                  </a:moveTo>
                  <a:lnTo>
                    <a:pt x="10837333" y="0"/>
                  </a:lnTo>
                  <a:cubicBezTo>
                    <a:pt x="10463295" y="0"/>
                    <a:pt x="10160000" y="301773"/>
                    <a:pt x="10160000" y="674029"/>
                  </a:cubicBezTo>
                  <a:lnTo>
                    <a:pt x="10160000" y="674029"/>
                  </a:lnTo>
                  <a:cubicBezTo>
                    <a:pt x="10160000" y="1046281"/>
                    <a:pt x="9856705" y="1348059"/>
                    <a:pt x="9482667" y="1348059"/>
                  </a:cubicBezTo>
                  <a:lnTo>
                    <a:pt x="9482667" y="1348059"/>
                  </a:lnTo>
                  <a:cubicBezTo>
                    <a:pt x="9108581" y="1348059"/>
                    <a:pt x="8805333" y="1046281"/>
                    <a:pt x="8805333" y="674029"/>
                  </a:cubicBezTo>
                  <a:lnTo>
                    <a:pt x="8805333" y="674029"/>
                  </a:lnTo>
                  <a:cubicBezTo>
                    <a:pt x="8805333" y="301773"/>
                    <a:pt x="8502086" y="0"/>
                    <a:pt x="8128000" y="0"/>
                  </a:cubicBezTo>
                  <a:lnTo>
                    <a:pt x="8128000" y="0"/>
                  </a:lnTo>
                  <a:cubicBezTo>
                    <a:pt x="7753915" y="0"/>
                    <a:pt x="7450667" y="301773"/>
                    <a:pt x="7450667" y="674029"/>
                  </a:cubicBezTo>
                  <a:lnTo>
                    <a:pt x="7450667" y="674029"/>
                  </a:lnTo>
                  <a:cubicBezTo>
                    <a:pt x="7450667" y="1046281"/>
                    <a:pt x="7147419" y="1348059"/>
                    <a:pt x="6773334" y="1348059"/>
                  </a:cubicBezTo>
                  <a:lnTo>
                    <a:pt x="6773334" y="1348059"/>
                  </a:lnTo>
                  <a:cubicBezTo>
                    <a:pt x="6399248" y="1348059"/>
                    <a:pt x="6096000" y="1046281"/>
                    <a:pt x="6096000" y="674029"/>
                  </a:cubicBezTo>
                  <a:lnTo>
                    <a:pt x="6096000" y="674029"/>
                  </a:lnTo>
                  <a:cubicBezTo>
                    <a:pt x="6096000" y="301773"/>
                    <a:pt x="5792753" y="0"/>
                    <a:pt x="5418667" y="0"/>
                  </a:cubicBezTo>
                  <a:lnTo>
                    <a:pt x="5418667" y="0"/>
                  </a:lnTo>
                  <a:cubicBezTo>
                    <a:pt x="5044581" y="0"/>
                    <a:pt x="4741334" y="301773"/>
                    <a:pt x="4741334" y="674029"/>
                  </a:cubicBezTo>
                  <a:lnTo>
                    <a:pt x="4741334" y="674029"/>
                  </a:lnTo>
                  <a:cubicBezTo>
                    <a:pt x="4741334" y="1046281"/>
                    <a:pt x="4438076" y="1348059"/>
                    <a:pt x="4064000" y="1348059"/>
                  </a:cubicBezTo>
                  <a:lnTo>
                    <a:pt x="4064000" y="1348059"/>
                  </a:lnTo>
                  <a:cubicBezTo>
                    <a:pt x="3689924" y="1348059"/>
                    <a:pt x="3386667" y="1046281"/>
                    <a:pt x="3386667" y="674029"/>
                  </a:cubicBezTo>
                  <a:lnTo>
                    <a:pt x="3386667" y="674029"/>
                  </a:lnTo>
                  <a:cubicBezTo>
                    <a:pt x="3386667" y="301773"/>
                    <a:pt x="3083410" y="0"/>
                    <a:pt x="2709333" y="0"/>
                  </a:cubicBezTo>
                  <a:lnTo>
                    <a:pt x="2709333" y="0"/>
                  </a:lnTo>
                  <a:cubicBezTo>
                    <a:pt x="2335257" y="0"/>
                    <a:pt x="2032000" y="301773"/>
                    <a:pt x="2032000" y="674029"/>
                  </a:cubicBezTo>
                  <a:lnTo>
                    <a:pt x="2032000" y="674029"/>
                  </a:lnTo>
                  <a:cubicBezTo>
                    <a:pt x="2032000" y="1046281"/>
                    <a:pt x="1728743" y="1348059"/>
                    <a:pt x="1354667" y="1348059"/>
                  </a:cubicBezTo>
                  <a:lnTo>
                    <a:pt x="0" y="1348059"/>
                  </a:lnTo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dash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Vazir" panose="020B0603030804020204" pitchFamily="34" charset="-78"/>
                <a:ea typeface="Calibri"/>
                <a:cs typeface="Vazir" panose="020B0603030804020204" pitchFamily="34" charset="-78"/>
                <a:sym typeface="Calibri"/>
              </a:endParaRPr>
            </a:p>
          </p:txBody>
        </p:sp>
      </p:grpSp>
      <p:sp>
        <p:nvSpPr>
          <p:cNvPr id="122" name="Google Shape;616;p39">
            <a:extLst>
              <a:ext uri="{FF2B5EF4-FFF2-40B4-BE49-F238E27FC236}">
                <a16:creationId xmlns:a16="http://schemas.microsoft.com/office/drawing/2014/main" id="{F29FF600-2F87-4B4C-95EA-EF55460CBCEA}"/>
              </a:ext>
            </a:extLst>
          </p:cNvPr>
          <p:cNvSpPr txBox="1"/>
          <p:nvPr/>
        </p:nvSpPr>
        <p:spPr>
          <a:xfrm>
            <a:off x="8372054" y="2255511"/>
            <a:ext cx="727517" cy="194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900" dirty="0">
                <a:solidFill>
                  <a:schemeClr val="dk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rPr>
              <a:t>روش پیشنهادی</a:t>
            </a:r>
            <a:endParaRPr sz="900" dirty="0">
              <a:solidFill>
                <a:schemeClr val="dk1"/>
              </a:solidFill>
              <a:latin typeface="Vazir" panose="020B0603030804020204" pitchFamily="34" charset="-78"/>
              <a:ea typeface="Catamaran"/>
              <a:cs typeface="Vazir" panose="020B0603030804020204" pitchFamily="34" charset="-78"/>
              <a:sym typeface="Catamaran"/>
            </a:endParaRPr>
          </a:p>
        </p:txBody>
      </p: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A2931612-A263-42C4-9F74-FD8FD8FE4783}"/>
              </a:ext>
            </a:extLst>
          </p:cNvPr>
          <p:cNvGrpSpPr/>
          <p:nvPr/>
        </p:nvGrpSpPr>
        <p:grpSpPr>
          <a:xfrm>
            <a:off x="6958941" y="1229022"/>
            <a:ext cx="334744" cy="334744"/>
            <a:chOff x="5858533" y="3371391"/>
            <a:chExt cx="334744" cy="334744"/>
          </a:xfrm>
        </p:grpSpPr>
        <p:sp>
          <p:nvSpPr>
            <p:cNvPr id="161" name="Google Shape;606;p39">
              <a:extLst>
                <a:ext uri="{FF2B5EF4-FFF2-40B4-BE49-F238E27FC236}">
                  <a16:creationId xmlns:a16="http://schemas.microsoft.com/office/drawing/2014/main" id="{9A8714E9-F157-4C6C-8C36-CF5D87D403B3}"/>
                </a:ext>
              </a:extLst>
            </p:cNvPr>
            <p:cNvSpPr/>
            <p:nvPr/>
          </p:nvSpPr>
          <p:spPr>
            <a:xfrm rot="2637262">
              <a:off x="5858533" y="3371391"/>
              <a:ext cx="334744" cy="334744"/>
            </a:xfrm>
            <a:prstGeom prst="teardrop">
              <a:avLst>
                <a:gd name="adj" fmla="val 95976"/>
              </a:avLst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  <p:sp>
          <p:nvSpPr>
            <p:cNvPr id="162" name="Google Shape;607;p39">
              <a:extLst>
                <a:ext uri="{FF2B5EF4-FFF2-40B4-BE49-F238E27FC236}">
                  <a16:creationId xmlns:a16="http://schemas.microsoft.com/office/drawing/2014/main" id="{7BBF0579-51AE-48EA-A3E0-5FBFDD196F32}"/>
                </a:ext>
              </a:extLst>
            </p:cNvPr>
            <p:cNvSpPr/>
            <p:nvPr/>
          </p:nvSpPr>
          <p:spPr>
            <a:xfrm flipH="1">
              <a:off x="5958855" y="3478265"/>
              <a:ext cx="134100" cy="13409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a-IR" sz="800" dirty="0">
                  <a:solidFill>
                    <a:schemeClr val="dk1"/>
                  </a:solidFill>
                  <a:latin typeface="Vazir FD-WOL" panose="020B0603030804020204" pitchFamily="34" charset="-78"/>
                  <a:ea typeface="Catamaran"/>
                  <a:cs typeface="Vazir FD-WOL" panose="020B0603030804020204" pitchFamily="34" charset="-78"/>
                  <a:sym typeface="Catamaran"/>
                </a:rPr>
                <a:t>2</a:t>
              </a:r>
              <a:endParaRPr sz="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F607B433-AF5E-4FE8-A066-3EDBF6E125E8}"/>
              </a:ext>
            </a:extLst>
          </p:cNvPr>
          <p:cNvGrpSpPr/>
          <p:nvPr/>
        </p:nvGrpSpPr>
        <p:grpSpPr>
          <a:xfrm>
            <a:off x="8616854" y="1901496"/>
            <a:ext cx="334744" cy="334744"/>
            <a:chOff x="5858533" y="3371391"/>
            <a:chExt cx="334744" cy="334744"/>
          </a:xfrm>
        </p:grpSpPr>
        <p:sp>
          <p:nvSpPr>
            <p:cNvPr id="170" name="Google Shape;606;p39">
              <a:extLst>
                <a:ext uri="{FF2B5EF4-FFF2-40B4-BE49-F238E27FC236}">
                  <a16:creationId xmlns:a16="http://schemas.microsoft.com/office/drawing/2014/main" id="{D23848B0-940E-4BA6-9198-E37E59821155}"/>
                </a:ext>
              </a:extLst>
            </p:cNvPr>
            <p:cNvSpPr/>
            <p:nvPr/>
          </p:nvSpPr>
          <p:spPr>
            <a:xfrm rot="13248051">
              <a:off x="5858533" y="3371391"/>
              <a:ext cx="334744" cy="334744"/>
            </a:xfrm>
            <a:prstGeom prst="teardrop">
              <a:avLst>
                <a:gd name="adj" fmla="val 95976"/>
              </a:avLst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  <p:sp>
          <p:nvSpPr>
            <p:cNvPr id="171" name="Google Shape;607;p39">
              <a:extLst>
                <a:ext uri="{FF2B5EF4-FFF2-40B4-BE49-F238E27FC236}">
                  <a16:creationId xmlns:a16="http://schemas.microsoft.com/office/drawing/2014/main" id="{3161D906-0AB7-4435-B6E0-65FA3088814F}"/>
                </a:ext>
              </a:extLst>
            </p:cNvPr>
            <p:cNvSpPr/>
            <p:nvPr/>
          </p:nvSpPr>
          <p:spPr>
            <a:xfrm flipH="1">
              <a:off x="5958855" y="3478265"/>
              <a:ext cx="134100" cy="13409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a-IR" sz="800" dirty="0">
                  <a:solidFill>
                    <a:schemeClr val="dk1"/>
                  </a:solidFill>
                  <a:latin typeface="Vazir FD-WOL" panose="020B0603030804020204" pitchFamily="34" charset="-78"/>
                  <a:ea typeface="Catamaran"/>
                  <a:cs typeface="Vazir FD-WOL" panose="020B0603030804020204" pitchFamily="34" charset="-78"/>
                  <a:sym typeface="Catamaran"/>
                </a:rPr>
                <a:t>3</a:t>
              </a:r>
              <a:endParaRPr sz="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</p:grp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85FB2DA9-9820-4E5E-A3C0-913754982C04}"/>
              </a:ext>
            </a:extLst>
          </p:cNvPr>
          <p:cNvGrpSpPr/>
          <p:nvPr/>
        </p:nvGrpSpPr>
        <p:grpSpPr>
          <a:xfrm>
            <a:off x="8619860" y="488928"/>
            <a:ext cx="334744" cy="334744"/>
            <a:chOff x="5858533" y="3371391"/>
            <a:chExt cx="334744" cy="334744"/>
          </a:xfrm>
        </p:grpSpPr>
        <p:sp>
          <p:nvSpPr>
            <p:cNvPr id="176" name="Google Shape;606;p39">
              <a:extLst>
                <a:ext uri="{FF2B5EF4-FFF2-40B4-BE49-F238E27FC236}">
                  <a16:creationId xmlns:a16="http://schemas.microsoft.com/office/drawing/2014/main" id="{BFA6331C-330F-4A0C-8BEC-20A79F762588}"/>
                </a:ext>
              </a:extLst>
            </p:cNvPr>
            <p:cNvSpPr/>
            <p:nvPr/>
          </p:nvSpPr>
          <p:spPr>
            <a:xfrm rot="13248051">
              <a:off x="5858533" y="3371391"/>
              <a:ext cx="334744" cy="334744"/>
            </a:xfrm>
            <a:prstGeom prst="teardrop">
              <a:avLst>
                <a:gd name="adj" fmla="val 95976"/>
              </a:avLst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  <p:sp>
          <p:nvSpPr>
            <p:cNvPr id="177" name="Google Shape;607;p39">
              <a:extLst>
                <a:ext uri="{FF2B5EF4-FFF2-40B4-BE49-F238E27FC236}">
                  <a16:creationId xmlns:a16="http://schemas.microsoft.com/office/drawing/2014/main" id="{9F67978A-2AB8-458F-BBAE-796DDE89B0BF}"/>
                </a:ext>
              </a:extLst>
            </p:cNvPr>
            <p:cNvSpPr/>
            <p:nvPr/>
          </p:nvSpPr>
          <p:spPr>
            <a:xfrm flipH="1">
              <a:off x="5958855" y="3478265"/>
              <a:ext cx="134100" cy="13409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a-IR" sz="800" dirty="0">
                  <a:solidFill>
                    <a:schemeClr val="dk1"/>
                  </a:solidFill>
                  <a:latin typeface="Vazir FD-WOL" panose="020B0603030804020204" pitchFamily="34" charset="-78"/>
                  <a:ea typeface="Catamaran"/>
                  <a:cs typeface="Vazir FD-WOL" panose="020B0603030804020204" pitchFamily="34" charset="-78"/>
                  <a:sym typeface="Catamaran"/>
                </a:rPr>
                <a:t>1</a:t>
              </a:r>
              <a:endParaRPr sz="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</p:grp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705762E8-5DA5-46C0-B527-8EB0E2381A3A}"/>
              </a:ext>
            </a:extLst>
          </p:cNvPr>
          <p:cNvGrpSpPr/>
          <p:nvPr/>
        </p:nvGrpSpPr>
        <p:grpSpPr>
          <a:xfrm>
            <a:off x="8613156" y="3244845"/>
            <a:ext cx="334744" cy="334744"/>
            <a:chOff x="5858533" y="3371391"/>
            <a:chExt cx="334744" cy="334744"/>
          </a:xfrm>
        </p:grpSpPr>
        <p:sp>
          <p:nvSpPr>
            <p:cNvPr id="179" name="Google Shape;606;p39">
              <a:extLst>
                <a:ext uri="{FF2B5EF4-FFF2-40B4-BE49-F238E27FC236}">
                  <a16:creationId xmlns:a16="http://schemas.microsoft.com/office/drawing/2014/main" id="{1C268A1C-94D1-45A0-8AAB-024E02FECA32}"/>
                </a:ext>
              </a:extLst>
            </p:cNvPr>
            <p:cNvSpPr/>
            <p:nvPr/>
          </p:nvSpPr>
          <p:spPr>
            <a:xfrm rot="13248051">
              <a:off x="5858533" y="3371391"/>
              <a:ext cx="334744" cy="334744"/>
            </a:xfrm>
            <a:prstGeom prst="teardrop">
              <a:avLst>
                <a:gd name="adj" fmla="val 95976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  <p:sp>
          <p:nvSpPr>
            <p:cNvPr id="180" name="Google Shape;607;p39">
              <a:extLst>
                <a:ext uri="{FF2B5EF4-FFF2-40B4-BE49-F238E27FC236}">
                  <a16:creationId xmlns:a16="http://schemas.microsoft.com/office/drawing/2014/main" id="{40FDC796-3573-41A2-8118-388C2B9B2C51}"/>
                </a:ext>
              </a:extLst>
            </p:cNvPr>
            <p:cNvSpPr/>
            <p:nvPr/>
          </p:nvSpPr>
          <p:spPr>
            <a:xfrm flipH="1">
              <a:off x="5958855" y="3478265"/>
              <a:ext cx="134100" cy="13409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a-IR" sz="800" dirty="0">
                  <a:solidFill>
                    <a:schemeClr val="dk1"/>
                  </a:solidFill>
                  <a:latin typeface="Vazir FD-WOL" panose="020B0603030804020204" pitchFamily="34" charset="-78"/>
                  <a:ea typeface="Catamaran"/>
                  <a:cs typeface="Vazir FD-WOL" panose="020B0603030804020204" pitchFamily="34" charset="-78"/>
                  <a:sym typeface="Catamaran"/>
                </a:rPr>
                <a:t>5</a:t>
              </a:r>
              <a:endParaRPr sz="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</p:grpSp>
      <p:grpSp>
        <p:nvGrpSpPr>
          <p:cNvPr id="181" name="Group 180">
            <a:extLst>
              <a:ext uri="{FF2B5EF4-FFF2-40B4-BE49-F238E27FC236}">
                <a16:creationId xmlns:a16="http://schemas.microsoft.com/office/drawing/2014/main" id="{380C664D-E262-42DF-9AF4-C6DA7AD3878D}"/>
              </a:ext>
            </a:extLst>
          </p:cNvPr>
          <p:cNvGrpSpPr/>
          <p:nvPr/>
        </p:nvGrpSpPr>
        <p:grpSpPr>
          <a:xfrm>
            <a:off x="6958941" y="2571750"/>
            <a:ext cx="334744" cy="334744"/>
            <a:chOff x="5858533" y="3371391"/>
            <a:chExt cx="334744" cy="334744"/>
          </a:xfrm>
        </p:grpSpPr>
        <p:sp>
          <p:nvSpPr>
            <p:cNvPr id="182" name="Google Shape;606;p39">
              <a:extLst>
                <a:ext uri="{FF2B5EF4-FFF2-40B4-BE49-F238E27FC236}">
                  <a16:creationId xmlns:a16="http://schemas.microsoft.com/office/drawing/2014/main" id="{8D4DD1D8-DC73-417E-87FD-1AAB18F94AA8}"/>
                </a:ext>
              </a:extLst>
            </p:cNvPr>
            <p:cNvSpPr/>
            <p:nvPr/>
          </p:nvSpPr>
          <p:spPr>
            <a:xfrm rot="2637262">
              <a:off x="5858533" y="3371391"/>
              <a:ext cx="334744" cy="334744"/>
            </a:xfrm>
            <a:prstGeom prst="teardrop">
              <a:avLst>
                <a:gd name="adj" fmla="val 95976"/>
              </a:avLst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  <p:sp>
          <p:nvSpPr>
            <p:cNvPr id="183" name="Google Shape;607;p39">
              <a:extLst>
                <a:ext uri="{FF2B5EF4-FFF2-40B4-BE49-F238E27FC236}">
                  <a16:creationId xmlns:a16="http://schemas.microsoft.com/office/drawing/2014/main" id="{39033152-8FC9-4C4E-854F-CEF81B77D2D2}"/>
                </a:ext>
              </a:extLst>
            </p:cNvPr>
            <p:cNvSpPr/>
            <p:nvPr/>
          </p:nvSpPr>
          <p:spPr>
            <a:xfrm flipH="1">
              <a:off x="5958855" y="3478265"/>
              <a:ext cx="134100" cy="13409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a-IR" sz="800" dirty="0">
                  <a:solidFill>
                    <a:schemeClr val="dk1"/>
                  </a:solidFill>
                  <a:latin typeface="Vazir FD-WOL" panose="020B0603030804020204" pitchFamily="34" charset="-78"/>
                  <a:ea typeface="Catamaran"/>
                  <a:cs typeface="Vazir FD-WOL" panose="020B0603030804020204" pitchFamily="34" charset="-78"/>
                  <a:sym typeface="Catamaran"/>
                </a:rPr>
                <a:t>4</a:t>
              </a:r>
              <a:endParaRPr sz="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</p:grp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E845D49F-CFC4-4A8D-843F-F2B2EE601941}"/>
              </a:ext>
            </a:extLst>
          </p:cNvPr>
          <p:cNvGrpSpPr/>
          <p:nvPr/>
        </p:nvGrpSpPr>
        <p:grpSpPr>
          <a:xfrm>
            <a:off x="6958941" y="3958304"/>
            <a:ext cx="334744" cy="334744"/>
            <a:chOff x="5858533" y="3371391"/>
            <a:chExt cx="334744" cy="334744"/>
          </a:xfrm>
        </p:grpSpPr>
        <p:sp>
          <p:nvSpPr>
            <p:cNvPr id="185" name="Google Shape;606;p39">
              <a:extLst>
                <a:ext uri="{FF2B5EF4-FFF2-40B4-BE49-F238E27FC236}">
                  <a16:creationId xmlns:a16="http://schemas.microsoft.com/office/drawing/2014/main" id="{E0339356-B776-4ADB-BB33-A8E458CBF95F}"/>
                </a:ext>
              </a:extLst>
            </p:cNvPr>
            <p:cNvSpPr/>
            <p:nvPr/>
          </p:nvSpPr>
          <p:spPr>
            <a:xfrm rot="2637262">
              <a:off x="5858533" y="3371391"/>
              <a:ext cx="334744" cy="334744"/>
            </a:xfrm>
            <a:prstGeom prst="teardrop">
              <a:avLst>
                <a:gd name="adj" fmla="val 95976"/>
              </a:avLst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  <p:sp>
          <p:nvSpPr>
            <p:cNvPr id="186" name="Google Shape;607;p39">
              <a:extLst>
                <a:ext uri="{FF2B5EF4-FFF2-40B4-BE49-F238E27FC236}">
                  <a16:creationId xmlns:a16="http://schemas.microsoft.com/office/drawing/2014/main" id="{2B15C32B-08E3-4776-9818-46FF5A149C67}"/>
                </a:ext>
              </a:extLst>
            </p:cNvPr>
            <p:cNvSpPr/>
            <p:nvPr/>
          </p:nvSpPr>
          <p:spPr>
            <a:xfrm flipH="1">
              <a:off x="5958855" y="3478265"/>
              <a:ext cx="134100" cy="13409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a-IR" sz="800" dirty="0">
                  <a:solidFill>
                    <a:schemeClr val="dk1"/>
                  </a:solidFill>
                  <a:latin typeface="Vazir FD-WOL" panose="020B0603030804020204" pitchFamily="34" charset="-78"/>
                  <a:ea typeface="Catamaran"/>
                  <a:cs typeface="Vazir FD-WOL" panose="020B0603030804020204" pitchFamily="34" charset="-78"/>
                  <a:sym typeface="Catamaran"/>
                </a:rPr>
                <a:t>6</a:t>
              </a:r>
              <a:endParaRPr sz="800" dirty="0">
                <a:solidFill>
                  <a:schemeClr val="dk1"/>
                </a:solidFill>
                <a:latin typeface="Vazir FD-WOL" panose="020B0603030804020204" pitchFamily="34" charset="-78"/>
                <a:ea typeface="Catamaran"/>
                <a:cs typeface="Vazir FD-WOL" panose="020B0603030804020204" pitchFamily="34" charset="-78"/>
                <a:sym typeface="Catamaran"/>
              </a:endParaRPr>
            </a:p>
          </p:txBody>
        </p:sp>
      </p:grpSp>
      <p:sp>
        <p:nvSpPr>
          <p:cNvPr id="187" name="Google Shape;616;p39">
            <a:extLst>
              <a:ext uri="{FF2B5EF4-FFF2-40B4-BE49-F238E27FC236}">
                <a16:creationId xmlns:a16="http://schemas.microsoft.com/office/drawing/2014/main" id="{C328D034-AE93-43FA-BFFB-D797D269CA48}"/>
              </a:ext>
            </a:extLst>
          </p:cNvPr>
          <p:cNvSpPr txBox="1"/>
          <p:nvPr/>
        </p:nvSpPr>
        <p:spPr>
          <a:xfrm>
            <a:off x="8418152" y="777961"/>
            <a:ext cx="623993" cy="35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900" dirty="0">
                <a:solidFill>
                  <a:schemeClr val="dk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rPr>
              <a:t>مقدمه و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900" dirty="0">
                <a:solidFill>
                  <a:schemeClr val="dk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rPr>
              <a:t>بیان مسئله</a:t>
            </a:r>
            <a:endParaRPr sz="900" dirty="0">
              <a:solidFill>
                <a:schemeClr val="dk1"/>
              </a:solidFill>
              <a:latin typeface="Vazir" panose="020B0603030804020204" pitchFamily="34" charset="-78"/>
              <a:ea typeface="Catamaran"/>
              <a:cs typeface="Vazir" panose="020B0603030804020204" pitchFamily="34" charset="-78"/>
              <a:sym typeface="Catamaran"/>
            </a:endParaRPr>
          </a:p>
        </p:txBody>
      </p:sp>
      <p:sp>
        <p:nvSpPr>
          <p:cNvPr id="188" name="Google Shape;616;p39">
            <a:extLst>
              <a:ext uri="{FF2B5EF4-FFF2-40B4-BE49-F238E27FC236}">
                <a16:creationId xmlns:a16="http://schemas.microsoft.com/office/drawing/2014/main" id="{D43DA39D-0842-40F5-8CC7-6A6E67896929}"/>
              </a:ext>
            </a:extLst>
          </p:cNvPr>
          <p:cNvSpPr txBox="1"/>
          <p:nvPr/>
        </p:nvSpPr>
        <p:spPr>
          <a:xfrm>
            <a:off x="6803098" y="1633055"/>
            <a:ext cx="635502" cy="134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900" dirty="0">
                <a:solidFill>
                  <a:schemeClr val="dk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rPr>
              <a:t>مفاهیم</a:t>
            </a:r>
            <a:endParaRPr sz="900" dirty="0">
              <a:solidFill>
                <a:schemeClr val="dk1"/>
              </a:solidFill>
              <a:latin typeface="Vazir" panose="020B0603030804020204" pitchFamily="34" charset="-78"/>
              <a:ea typeface="Catamaran"/>
              <a:cs typeface="Vazir" panose="020B0603030804020204" pitchFamily="34" charset="-78"/>
              <a:sym typeface="Catamaran"/>
            </a:endParaRPr>
          </a:p>
        </p:txBody>
      </p:sp>
      <p:sp>
        <p:nvSpPr>
          <p:cNvPr id="189" name="Google Shape;616;p39">
            <a:extLst>
              <a:ext uri="{FF2B5EF4-FFF2-40B4-BE49-F238E27FC236}">
                <a16:creationId xmlns:a16="http://schemas.microsoft.com/office/drawing/2014/main" id="{65E30DE2-FAF6-45DC-973F-655CF47BC284}"/>
              </a:ext>
            </a:extLst>
          </p:cNvPr>
          <p:cNvSpPr txBox="1"/>
          <p:nvPr/>
        </p:nvSpPr>
        <p:spPr>
          <a:xfrm>
            <a:off x="8372053" y="3698163"/>
            <a:ext cx="727517" cy="194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900" dirty="0">
                <a:solidFill>
                  <a:schemeClr val="dk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rPr>
              <a:t>جمع‌بندی و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900" dirty="0">
                <a:solidFill>
                  <a:schemeClr val="dk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rPr>
              <a:t>پیشنهادات</a:t>
            </a:r>
          </a:p>
        </p:txBody>
      </p:sp>
      <p:sp>
        <p:nvSpPr>
          <p:cNvPr id="190" name="Google Shape;616;p39">
            <a:extLst>
              <a:ext uri="{FF2B5EF4-FFF2-40B4-BE49-F238E27FC236}">
                <a16:creationId xmlns:a16="http://schemas.microsoft.com/office/drawing/2014/main" id="{F6A7202D-3D79-4933-90E6-90207491F687}"/>
              </a:ext>
            </a:extLst>
          </p:cNvPr>
          <p:cNvSpPr txBox="1"/>
          <p:nvPr/>
        </p:nvSpPr>
        <p:spPr>
          <a:xfrm>
            <a:off x="6757091" y="2903363"/>
            <a:ext cx="727517" cy="194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900" dirty="0">
                <a:solidFill>
                  <a:schemeClr val="dk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rPr>
              <a:t>نتایج</a:t>
            </a:r>
            <a:endParaRPr sz="900" dirty="0">
              <a:solidFill>
                <a:schemeClr val="dk1"/>
              </a:solidFill>
              <a:latin typeface="Vazir" panose="020B0603030804020204" pitchFamily="34" charset="-78"/>
              <a:ea typeface="Catamaran"/>
              <a:cs typeface="Vazir" panose="020B0603030804020204" pitchFamily="34" charset="-78"/>
              <a:sym typeface="Catamaran"/>
            </a:endParaRPr>
          </a:p>
        </p:txBody>
      </p:sp>
      <p:sp>
        <p:nvSpPr>
          <p:cNvPr id="191" name="Google Shape;616;p39">
            <a:extLst>
              <a:ext uri="{FF2B5EF4-FFF2-40B4-BE49-F238E27FC236}">
                <a16:creationId xmlns:a16="http://schemas.microsoft.com/office/drawing/2014/main" id="{5772928D-7B6B-4F34-99FE-3F6CF6BE10FB}"/>
              </a:ext>
            </a:extLst>
          </p:cNvPr>
          <p:cNvSpPr txBox="1"/>
          <p:nvPr/>
        </p:nvSpPr>
        <p:spPr>
          <a:xfrm>
            <a:off x="6803098" y="4427975"/>
            <a:ext cx="727517" cy="194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900" dirty="0">
                <a:solidFill>
                  <a:schemeClr val="dk1"/>
                </a:solidFill>
                <a:latin typeface="Vazir" panose="020B0603030804020204" pitchFamily="34" charset="-78"/>
                <a:ea typeface="Catamaran"/>
                <a:cs typeface="Vazir" panose="020B0603030804020204" pitchFamily="34" charset="-78"/>
                <a:sym typeface="Catamaran"/>
              </a:rPr>
              <a:t>پاسخگویی به سؤالات</a:t>
            </a:r>
            <a:endParaRPr sz="900" dirty="0">
              <a:solidFill>
                <a:schemeClr val="dk1"/>
              </a:solidFill>
              <a:latin typeface="Vazir" panose="020B0603030804020204" pitchFamily="34" charset="-78"/>
              <a:ea typeface="Catamaran"/>
              <a:cs typeface="Vazir" panose="020B0603030804020204" pitchFamily="34" charset="-78"/>
              <a:sym typeface="Catamaran"/>
            </a:endParaRPr>
          </a:p>
        </p:txBody>
      </p:sp>
      <p:sp>
        <p:nvSpPr>
          <p:cNvPr id="192" name="Google Shape;120;p7">
            <a:extLst>
              <a:ext uri="{FF2B5EF4-FFF2-40B4-BE49-F238E27FC236}">
                <a16:creationId xmlns:a16="http://schemas.microsoft.com/office/drawing/2014/main" id="{4A7A9DB2-86BD-43FB-B38F-A71CB541AAC1}"/>
              </a:ext>
            </a:extLst>
          </p:cNvPr>
          <p:cNvSpPr txBox="1">
            <a:spLocks/>
          </p:cNvSpPr>
          <p:nvPr/>
        </p:nvSpPr>
        <p:spPr>
          <a:xfrm>
            <a:off x="114716" y="656300"/>
            <a:ext cx="1199437" cy="39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3970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00" b="0" i="0" u="none" strike="noStrike" cap="none">
                <a:solidFill>
                  <a:schemeClr val="tx1">
                    <a:lumMod val="90000"/>
                    <a:lumOff val="10000"/>
                  </a:schemeClr>
                </a:solidFill>
                <a:latin typeface="Vazir" panose="020B0603030804020204" pitchFamily="34" charset="-78"/>
                <a:ea typeface="Arial"/>
                <a:cs typeface="Vazir" panose="020B0603030804020204" pitchFamily="34" charset="-78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⬡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⬡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a-IR" dirty="0"/>
              <a:t>دانشگاه اصفهان</a:t>
            </a:r>
          </a:p>
          <a:p>
            <a:r>
              <a:rPr lang="fa-IR" dirty="0"/>
              <a:t>دانشکده مهندسی کامپیوتر</a:t>
            </a:r>
          </a:p>
          <a:p>
            <a:r>
              <a:rPr lang="fa-IR" dirty="0"/>
              <a:t>گروه مهندسی فناوری اطلاعات</a:t>
            </a:r>
          </a:p>
        </p:txBody>
      </p:sp>
      <p:sp>
        <p:nvSpPr>
          <p:cNvPr id="193" name="Google Shape;239;p17">
            <a:extLst>
              <a:ext uri="{FF2B5EF4-FFF2-40B4-BE49-F238E27FC236}">
                <a16:creationId xmlns:a16="http://schemas.microsoft.com/office/drawing/2014/main" id="{433169B9-33CE-4384-97B2-534E57CAFC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4533" y="366505"/>
            <a:ext cx="6010500" cy="39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2400" dirty="0">
                <a:latin typeface="Vazir" panose="020B0603030804020204" pitchFamily="34" charset="-78"/>
                <a:cs typeface="Vazir" panose="020B0603030804020204" pitchFamily="34" charset="-78"/>
              </a:rPr>
              <a:t>پیشنهادات</a:t>
            </a:r>
            <a:endParaRPr sz="2400" dirty="0">
              <a:latin typeface="Vazir" panose="020B0603030804020204" pitchFamily="34" charset="-78"/>
              <a:cs typeface="Vazir" panose="020B0603030804020204" pitchFamily="34" charset="-78"/>
            </a:endParaRPr>
          </a:p>
        </p:txBody>
      </p:sp>
      <p:sp>
        <p:nvSpPr>
          <p:cNvPr id="217" name="Google Shape;125;p8">
            <a:extLst>
              <a:ext uri="{FF2B5EF4-FFF2-40B4-BE49-F238E27FC236}">
                <a16:creationId xmlns:a16="http://schemas.microsoft.com/office/drawing/2014/main" id="{1C9D5385-CA31-4C5C-BA9E-4B4243D6E0D2}"/>
              </a:ext>
            </a:extLst>
          </p:cNvPr>
          <p:cNvSpPr/>
          <p:nvPr/>
        </p:nvSpPr>
        <p:spPr>
          <a:xfrm>
            <a:off x="8574184" y="4822960"/>
            <a:ext cx="525386" cy="271414"/>
          </a:xfrm>
          <a:custGeom>
            <a:avLst/>
            <a:gdLst/>
            <a:ahLst/>
            <a:cxnLst/>
            <a:rect l="l" t="t" r="r" b="b"/>
            <a:pathLst>
              <a:path w="21598" h="21315" extrusionOk="0">
                <a:moveTo>
                  <a:pt x="21599" y="14389"/>
                </a:moveTo>
                <a:lnTo>
                  <a:pt x="21599" y="6924"/>
                </a:lnTo>
                <a:cubicBezTo>
                  <a:pt x="21599" y="5784"/>
                  <a:pt x="20918" y="4730"/>
                  <a:pt x="19814" y="4161"/>
                </a:cubicBezTo>
                <a:lnTo>
                  <a:pt x="12583" y="428"/>
                </a:lnTo>
                <a:cubicBezTo>
                  <a:pt x="11478" y="-142"/>
                  <a:pt x="10118" y="-142"/>
                  <a:pt x="9013" y="428"/>
                </a:cubicBezTo>
                <a:lnTo>
                  <a:pt x="1783" y="4161"/>
                </a:lnTo>
                <a:cubicBezTo>
                  <a:pt x="679" y="4731"/>
                  <a:pt x="0" y="5784"/>
                  <a:pt x="0" y="6924"/>
                </a:cubicBezTo>
                <a:lnTo>
                  <a:pt x="0" y="14392"/>
                </a:lnTo>
                <a:cubicBezTo>
                  <a:pt x="1" y="15532"/>
                  <a:pt x="681" y="16585"/>
                  <a:pt x="1785" y="17155"/>
                </a:cubicBezTo>
                <a:lnTo>
                  <a:pt x="9016" y="20888"/>
                </a:lnTo>
                <a:cubicBezTo>
                  <a:pt x="10120" y="21458"/>
                  <a:pt x="11481" y="21458"/>
                  <a:pt x="12585" y="20888"/>
                </a:cubicBezTo>
                <a:lnTo>
                  <a:pt x="19816" y="17155"/>
                </a:lnTo>
                <a:cubicBezTo>
                  <a:pt x="20920" y="16584"/>
                  <a:pt x="21600" y="15530"/>
                  <a:pt x="21599" y="14389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fa-IR" sz="1000" i="0" u="none" strike="noStrike" cap="none" dirty="0">
                <a:solidFill>
                  <a:schemeClr val="bg1"/>
                </a:solidFill>
                <a:latin typeface="Vazir FD-WOL" panose="020B0603030804020204" pitchFamily="34" charset="-78"/>
                <a:cs typeface="Vazir FD-WOL" panose="020B0603030804020204" pitchFamily="34" charset="-78"/>
              </a:rPr>
              <a:t>18</a:t>
            </a:r>
            <a:r>
              <a:rPr lang="fa-IR" sz="1000" i="0" u="none" strike="noStrike" cap="none" dirty="0">
                <a:solidFill>
                  <a:schemeClr val="bg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از </a:t>
            </a:r>
            <a:r>
              <a:rPr lang="fa-IR" sz="1000" i="0" u="none" strike="noStrike" cap="none" dirty="0">
                <a:solidFill>
                  <a:schemeClr val="bg1"/>
                </a:solidFill>
                <a:latin typeface="Vazir FD-WOL" panose="020B0603030804020204" pitchFamily="34" charset="-78"/>
                <a:cs typeface="Vazir FD-WOL" panose="020B0603030804020204" pitchFamily="34" charset="-78"/>
              </a:rPr>
              <a:t>19</a:t>
            </a:r>
            <a:endParaRPr sz="1000" i="0" u="none" strike="noStrike" cap="none" dirty="0">
              <a:solidFill>
                <a:schemeClr val="bg1"/>
              </a:solidFill>
              <a:latin typeface="Vazir FD-WOL" panose="020B0603030804020204" pitchFamily="34" charset="-78"/>
              <a:cs typeface="Vazir FD-WOL" panose="020B0603030804020204" pitchFamily="34" charset="-78"/>
            </a:endParaRPr>
          </a:p>
        </p:txBody>
      </p:sp>
      <p:sp>
        <p:nvSpPr>
          <p:cNvPr id="64" name="Google Shape;240;p17">
            <a:extLst>
              <a:ext uri="{FF2B5EF4-FFF2-40B4-BE49-F238E27FC236}">
                <a16:creationId xmlns:a16="http://schemas.microsoft.com/office/drawing/2014/main" id="{0B56C38D-F23E-4398-8C84-6E7A4AAA61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950636" y="1335896"/>
            <a:ext cx="4817381" cy="3092079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3020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⬢"/>
            </a:pPr>
            <a:r>
              <a:rPr lang="fa-IR" sz="1200" dirty="0">
                <a:solidFill>
                  <a:schemeClr val="tx1">
                    <a:lumMod val="90000"/>
                    <a:lumOff val="10000"/>
                  </a:schemeClr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الگوریتم‌های طبقه‌بندی در یادگیری ماشین:</a:t>
            </a:r>
          </a:p>
          <a:p>
            <a:pPr lvl="6" indent="-330200" algn="r" rtl="1">
              <a:lnSpc>
                <a:spcPct val="150000"/>
              </a:lnSpc>
              <a:spcBef>
                <a:spcPts val="0"/>
              </a:spcBef>
              <a:buSzPts val="1600"/>
              <a:buChar char="⬢"/>
            </a:pPr>
            <a:r>
              <a:rPr lang="en-US" sz="1200" dirty="0">
                <a:solidFill>
                  <a:schemeClr val="tx1">
                    <a:lumMod val="90000"/>
                    <a:lumOff val="10000"/>
                  </a:schemeClr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SVM</a:t>
            </a:r>
            <a:endParaRPr lang="fa-IR" sz="1200" dirty="0">
              <a:solidFill>
                <a:schemeClr val="tx1">
                  <a:lumMod val="90000"/>
                  <a:lumOff val="10000"/>
                </a:schemeClr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  <a:p>
            <a:pPr lvl="6" indent="-330200" algn="r" rtl="1">
              <a:lnSpc>
                <a:spcPct val="150000"/>
              </a:lnSpc>
              <a:spcBef>
                <a:spcPts val="0"/>
              </a:spcBef>
              <a:buSzPts val="1600"/>
              <a:buChar char="⬢"/>
            </a:pPr>
            <a:r>
              <a:rPr lang="en-US" sz="1200" dirty="0">
                <a:solidFill>
                  <a:schemeClr val="tx1">
                    <a:lumMod val="90000"/>
                    <a:lumOff val="10000"/>
                  </a:schemeClr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Logistic Regression</a:t>
            </a:r>
            <a:endParaRPr lang="fa-IR" sz="1200" dirty="0">
              <a:solidFill>
                <a:schemeClr val="tx1">
                  <a:lumMod val="90000"/>
                  <a:lumOff val="10000"/>
                </a:schemeClr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  <a:p>
            <a:pPr lvl="6" indent="-330200" algn="r" rtl="1">
              <a:lnSpc>
                <a:spcPct val="150000"/>
              </a:lnSpc>
              <a:spcBef>
                <a:spcPts val="0"/>
              </a:spcBef>
              <a:buSzPts val="1600"/>
              <a:buChar char="⬢"/>
            </a:pPr>
            <a:r>
              <a:rPr lang="en-US" sz="1200" dirty="0">
                <a:solidFill>
                  <a:schemeClr val="tx1">
                    <a:lumMod val="90000"/>
                    <a:lumOff val="10000"/>
                  </a:schemeClr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Decision Tree</a:t>
            </a:r>
            <a:endParaRPr lang="fa-IR" sz="1200" dirty="0">
              <a:solidFill>
                <a:schemeClr val="tx1">
                  <a:lumMod val="90000"/>
                  <a:lumOff val="10000"/>
                </a:schemeClr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  <a:p>
            <a:pPr lvl="6" indent="-330200" algn="r" rtl="1">
              <a:lnSpc>
                <a:spcPct val="150000"/>
              </a:lnSpc>
              <a:spcBef>
                <a:spcPts val="0"/>
              </a:spcBef>
              <a:buSzPts val="1600"/>
              <a:buChar char="⬢"/>
            </a:pPr>
            <a:r>
              <a:rPr lang="en-US" sz="1200" dirty="0">
                <a:solidFill>
                  <a:schemeClr val="tx1">
                    <a:lumMod val="90000"/>
                    <a:lumOff val="10000"/>
                  </a:schemeClr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Random Forest</a:t>
            </a:r>
          </a:p>
          <a:p>
            <a:pPr indent="-330200" algn="r" rtl="1">
              <a:lnSpc>
                <a:spcPct val="150000"/>
              </a:lnSpc>
              <a:buSzPts val="1600"/>
            </a:pPr>
            <a:r>
              <a:rPr lang="fa-IR" sz="1200" dirty="0">
                <a:solidFill>
                  <a:schemeClr val="tx1">
                    <a:lumMod val="90000"/>
                    <a:lumOff val="10000"/>
                  </a:schemeClr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اضافه کردن هسته‌ی رادیومیکس به یادگیری عمیق</a:t>
            </a:r>
            <a:endParaRPr lang="en-US" sz="1200" dirty="0">
              <a:solidFill>
                <a:schemeClr val="tx1">
                  <a:lumMod val="90000"/>
                  <a:lumOff val="10000"/>
                </a:schemeClr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659340500"/>
      </p:ext>
    </p:extLst>
  </p:cSld>
  <p:clrMapOvr>
    <a:masterClrMapping/>
  </p:clrMapOvr>
  <p:transition spd="med">
    <p:pull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34"/>
          <p:cNvSpPr txBox="1">
            <a:spLocks noGrp="1"/>
          </p:cNvSpPr>
          <p:nvPr>
            <p:ph type="ctrTitle" idx="4294967295"/>
          </p:nvPr>
        </p:nvSpPr>
        <p:spPr>
          <a:xfrm>
            <a:off x="1156491" y="3641935"/>
            <a:ext cx="6831018" cy="115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5400" dirty="0">
                <a:solidFill>
                  <a:schemeClr val="lt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باتشکر از توجه شما</a:t>
            </a:r>
            <a:endParaRPr sz="5400" dirty="0">
              <a:solidFill>
                <a:schemeClr val="lt1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14AB301-53C8-4877-9E89-B4A4C8462C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4488" y="-225215"/>
            <a:ext cx="5848350" cy="3867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55142"/>
      </p:ext>
    </p:extLst>
  </p:cSld>
  <p:clrMapOvr>
    <a:masterClrMapping/>
  </p:clrMapOvr>
  <p:transition spd="slow">
    <p:wheel spokes="1"/>
  </p:transition>
</p:sld>
</file>

<file path=ppt/theme/theme1.xml><?xml version="1.0" encoding="utf-8"?>
<a:theme xmlns:a="http://schemas.openxmlformats.org/drawingml/2006/main" name="Dauphin template">
  <a:themeElements>
    <a:clrScheme name="Custom 347">
      <a:dk1>
        <a:srgbClr val="210635"/>
      </a:dk1>
      <a:lt1>
        <a:srgbClr val="FFFFFF"/>
      </a:lt1>
      <a:dk2>
        <a:srgbClr val="89828F"/>
      </a:dk2>
      <a:lt2>
        <a:srgbClr val="F4F3F8"/>
      </a:lt2>
      <a:accent1>
        <a:srgbClr val="725DCF"/>
      </a:accent1>
      <a:accent2>
        <a:srgbClr val="BD6DE0"/>
      </a:accent2>
      <a:accent3>
        <a:srgbClr val="F07249"/>
      </a:accent3>
      <a:accent4>
        <a:srgbClr val="FFB200"/>
      </a:accent4>
      <a:accent5>
        <a:srgbClr val="9D91EE"/>
      </a:accent5>
      <a:accent6>
        <a:srgbClr val="3691E0"/>
      </a:accent6>
      <a:hlink>
        <a:srgbClr val="6A5DCF"/>
      </a:hlink>
      <a:folHlink>
        <a:srgbClr val="6611CC"/>
      </a:folHlink>
    </a:clrScheme>
    <a:fontScheme name="Custom 3">
      <a:majorFont>
        <a:latin typeface="IRANYekan"/>
        <a:ea typeface=""/>
        <a:cs typeface="Times New Roman"/>
      </a:majorFont>
      <a:minorFont>
        <a:latin typeface="IRANYek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1088</TotalTime>
  <Words>1070</Words>
  <Application>Microsoft Office PowerPoint</Application>
  <PresentationFormat>On-screen Show (16:9)</PresentationFormat>
  <Paragraphs>426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Catamaran</vt:lpstr>
      <vt:lpstr>Calibri</vt:lpstr>
      <vt:lpstr>Vazir FD-WOL</vt:lpstr>
      <vt:lpstr>Arial</vt:lpstr>
      <vt:lpstr>Catamaran Thin</vt:lpstr>
      <vt:lpstr>Vazir</vt:lpstr>
      <vt:lpstr>Dauphin template</vt:lpstr>
      <vt:lpstr>دانشگاه اصفهان دانشکده مهندسی کامپیوتر  گروه فناوری اطلاعات دفاع پروژه کارشناسی  تحلیل ویژگی‌های رادیومیکس برای تشخیص عفونت در ریه  ارائه‌دهنده: سحر سرکار  استاد راهنما: دکتر آزاده محمدی استاد داور: دکتر سیدفخرالدین نوربهبهانی   شهریور 1400</vt:lpstr>
      <vt:lpstr>نقشه راه</vt:lpstr>
      <vt:lpstr>بخش اول: مقدمه و بیان مسئله</vt:lpstr>
      <vt:lpstr>بخش دوم: مفاهیم</vt:lpstr>
      <vt:lpstr>عفونت ریه</vt:lpstr>
      <vt:lpstr>کووید- 19 (SARS-CoV-2)</vt:lpstr>
      <vt:lpstr>رادیومیکس</vt:lpstr>
      <vt:lpstr>مراحل اجرای رادیومیکس</vt:lpstr>
      <vt:lpstr>انتخاب ویژگی</vt:lpstr>
      <vt:lpstr>بخش سوم: روش پیشنهادی</vt:lpstr>
      <vt:lpstr>بخش چهارم: نتایج</vt:lpstr>
      <vt:lpstr>الگوریتم TreeClasifier</vt:lpstr>
      <vt:lpstr>الگوریتم ElasticNet</vt:lpstr>
      <vt:lpstr>الگوریتم XGBoost</vt:lpstr>
      <vt:lpstr>PowerPoint Presentation</vt:lpstr>
      <vt:lpstr>PowerPoint Presentation</vt:lpstr>
      <vt:lpstr>بخش پنجم: جمع‌بندی و پیشنهادات</vt:lpstr>
      <vt:lpstr>پیشنهادات</vt:lpstr>
      <vt:lpstr>باتشکر از توجه شما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دان</dc:title>
  <cp:lastModifiedBy>sahar</cp:lastModifiedBy>
  <cp:revision>143</cp:revision>
  <dcterms:modified xsi:type="dcterms:W3CDTF">2021-09-08T17:22:32Z</dcterms:modified>
</cp:coreProperties>
</file>